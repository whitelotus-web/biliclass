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f19bcc6cec49ce" /><Relationship Type="http://schemas.openxmlformats.org/officeDocument/2006/relationships/extended-properties" Target="/docProps/app.xml" Id="R98c93ce5b64a498d" /><Relationship Type="http://schemas.openxmlformats.org/officeDocument/2006/relationships/officeDocument" Target="/ppt/presentation.xml" Id="R083f218e78654a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29a5dab22d492c"/>
  </p:sldMasterIdLst>
  <p:notesMasterIdLst>
    <p:notesMasterId xmlns:r="http://schemas.openxmlformats.org/officeDocument/2006/relationships" r:id="Rb9b21eaaf69c4b41"/>
  </p:notesMasterIdLst>
  <p:sldIdLst>
    <p:sldId xmlns:r="http://schemas.openxmlformats.org/officeDocument/2006/relationships" id="256" r:id="R8aa9d4b8ee364e7d"/>
    <p:sldId xmlns:r="http://schemas.openxmlformats.org/officeDocument/2006/relationships" id="257" r:id="R0d79142170b34759"/>
    <p:sldId xmlns:r="http://schemas.openxmlformats.org/officeDocument/2006/relationships" id="258" r:id="R1dd8877f612e458a"/>
    <p:sldId xmlns:r="http://schemas.openxmlformats.org/officeDocument/2006/relationships" id="259" r:id="R8afc62d7f7354db4"/>
    <p:sldId xmlns:r="http://schemas.openxmlformats.org/officeDocument/2006/relationships" id="260" r:id="R2d6ff4fdb4aa4b06"/>
    <p:sldId xmlns:r="http://schemas.openxmlformats.org/officeDocument/2006/relationships" id="261" r:id="R665637ab8ea44304"/>
    <p:sldId xmlns:r="http://schemas.openxmlformats.org/officeDocument/2006/relationships" id="262" r:id="Rf9e2812f151d4ffd"/>
    <p:sldId xmlns:r="http://schemas.openxmlformats.org/officeDocument/2006/relationships" id="263" r:id="R85866cbd1cf344c4"/>
    <p:sldId xmlns:r="http://schemas.openxmlformats.org/officeDocument/2006/relationships" id="264" r:id="Re76d567578ca4ec0"/>
    <p:sldId xmlns:r="http://schemas.openxmlformats.org/officeDocument/2006/relationships" id="265" r:id="Rdde9b3a5a01e4922"/>
    <p:sldId xmlns:r="http://schemas.openxmlformats.org/officeDocument/2006/relationships" id="266" r:id="R65297ae4ffc943fd"/>
    <p:sldId xmlns:r="http://schemas.openxmlformats.org/officeDocument/2006/relationships" id="267" r:id="R599b54ee7fdf4879"/>
    <p:sldId xmlns:r="http://schemas.openxmlformats.org/officeDocument/2006/relationships" id="268" r:id="R52aefc45442b4854"/>
    <p:sldId xmlns:r="http://schemas.openxmlformats.org/officeDocument/2006/relationships" id="269" r:id="Rb6cae967109a49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55b104b7db49d4" /><Relationship Type="http://schemas.openxmlformats.org/officeDocument/2006/relationships/slideMaster" Target="/ppt/slideMasters/slideMaster1.xml" Id="Raf29a5dab22d492c" /><Relationship Type="http://schemas.openxmlformats.org/officeDocument/2006/relationships/notesMaster" Target="/ppt/notesMasters/notesMaster1.xml" Id="Rb9b21eaaf69c4b41" /><Relationship Type="http://schemas.openxmlformats.org/officeDocument/2006/relationships/presProps" Target="/ppt/presProps.xml" Id="Rb5ceee923c2c47c5" /><Relationship Type="http://schemas.openxmlformats.org/officeDocument/2006/relationships/tableStyles" Target="/ppt/tableStyles.xml" Id="R2d29808767ed475d" /><Relationship Type="http://schemas.openxmlformats.org/officeDocument/2006/relationships/slide" Target="/ppt/slides/slide1.xml" Id="R8aa9d4b8ee364e7d" /><Relationship Type="http://schemas.openxmlformats.org/officeDocument/2006/relationships/slide" Target="/ppt/slides/slide2.xml" Id="R0d79142170b34759" /><Relationship Type="http://schemas.openxmlformats.org/officeDocument/2006/relationships/slide" Target="/ppt/slides/slide3.xml" Id="R1dd8877f612e458a" /><Relationship Type="http://schemas.openxmlformats.org/officeDocument/2006/relationships/slide" Target="/ppt/slides/slide4.xml" Id="R8afc62d7f7354db4" /><Relationship Type="http://schemas.openxmlformats.org/officeDocument/2006/relationships/slide" Target="/ppt/slides/slide5.xml" Id="R2d6ff4fdb4aa4b06" /><Relationship Type="http://schemas.openxmlformats.org/officeDocument/2006/relationships/slide" Target="/ppt/slides/slide6.xml" Id="R665637ab8ea44304" /><Relationship Type="http://schemas.openxmlformats.org/officeDocument/2006/relationships/slide" Target="/ppt/slides/slide7.xml" Id="Rf9e2812f151d4ffd" /><Relationship Type="http://schemas.openxmlformats.org/officeDocument/2006/relationships/slide" Target="/ppt/slides/slide8.xml" Id="R85866cbd1cf344c4" /><Relationship Type="http://schemas.openxmlformats.org/officeDocument/2006/relationships/slide" Target="/ppt/slides/slide9.xml" Id="Re76d567578ca4ec0" /><Relationship Type="http://schemas.openxmlformats.org/officeDocument/2006/relationships/slide" Target="/ppt/slides/slide10.xml" Id="Rdde9b3a5a01e4922" /><Relationship Type="http://schemas.openxmlformats.org/officeDocument/2006/relationships/slide" Target="/ppt/slides/slide11.xml" Id="R65297ae4ffc943fd" /><Relationship Type="http://schemas.openxmlformats.org/officeDocument/2006/relationships/slide" Target="/ppt/slides/slide12.xml" Id="R599b54ee7fdf4879" /><Relationship Type="http://schemas.openxmlformats.org/officeDocument/2006/relationships/slide" Target="/ppt/slides/slide13.xml" Id="R52aefc45442b4854" /><Relationship Type="http://schemas.openxmlformats.org/officeDocument/2006/relationships/slide" Target="/ppt/slides/slide14.xml" Id="Rb6cae967109a49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ff25eb912d44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6d09bcf081247f3" /><Relationship Type="http://schemas.openxmlformats.org/officeDocument/2006/relationships/notesMaster" Target="/ppt/notesMasters/notesMaster1.xml" Id="R3c7ef5116a5242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72ca69acb044d44" /><Relationship Type="http://schemas.openxmlformats.org/officeDocument/2006/relationships/notesMaster" Target="/ppt/notesMasters/notesMaster1.xml" Id="Rbf7d8d20a05641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0132c500aa41af" /><Relationship Type="http://schemas.openxmlformats.org/officeDocument/2006/relationships/notesMaster" Target="/ppt/notesMasters/notesMaster1.xml" Id="Rb8825236b9ea4c5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ab01551b894c76" /><Relationship Type="http://schemas.openxmlformats.org/officeDocument/2006/relationships/notesMaster" Target="/ppt/notesMasters/notesMaster1.xml" Id="Rbe708a3ee01440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ea73f99fc14ab7" /><Relationship Type="http://schemas.openxmlformats.org/officeDocument/2006/relationships/notesMaster" Target="/ppt/notesMasters/notesMaster1.xml" Id="R074419941c8d4f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f6f18d2c2e4e1f" /><Relationship Type="http://schemas.openxmlformats.org/officeDocument/2006/relationships/notesMaster" Target="/ppt/notesMasters/notesMaster1.xml" Id="Rb2c0f3dfa1c8402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516d3c5502c4317" /><Relationship Type="http://schemas.openxmlformats.org/officeDocument/2006/relationships/notesMaster" Target="/ppt/notesMasters/notesMaster1.xml" Id="R4870ee7af5c244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0d1571c1454bdd" /><Relationship Type="http://schemas.openxmlformats.org/officeDocument/2006/relationships/notesMaster" Target="/ppt/notesMasters/notesMaster1.xml" Id="Rfa72f92b484141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69617ab59a4462" /><Relationship Type="http://schemas.openxmlformats.org/officeDocument/2006/relationships/notesMaster" Target="/ppt/notesMasters/notesMaster1.xml" Id="R294fa65f796147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6f98bcb334c467e" /><Relationship Type="http://schemas.openxmlformats.org/officeDocument/2006/relationships/notesMaster" Target="/ppt/notesMasters/notesMaster1.xml" Id="Rb307126f45044d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f473a8763a46c0" /><Relationship Type="http://schemas.openxmlformats.org/officeDocument/2006/relationships/notesMaster" Target="/ppt/notesMasters/notesMaster1.xml" Id="Re1837dc1dd9d47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dcf63fab80043fc" /><Relationship Type="http://schemas.openxmlformats.org/officeDocument/2006/relationships/notesMaster" Target="/ppt/notesMasters/notesMaster1.xml" Id="Rcb88953504ca46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647c41412f84589" /><Relationship Type="http://schemas.openxmlformats.org/officeDocument/2006/relationships/notesMaster" Target="/ppt/notesMasters/notesMaster1.xml" Id="R855d295768ab410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cff326ec9144ede" /><Relationship Type="http://schemas.openxmlformats.org/officeDocument/2006/relationships/notesMaster" Target="/ppt/notesMasters/notesMaster1.xml" Id="R16893379bbd34c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title.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goal.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warmup.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vocabulary.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concept.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explanation.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visual.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compare.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formula.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example.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practice.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question.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check.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standard: summary.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053f0f390844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8ccac866794616" /><Relationship Type="http://schemas.openxmlformats.org/officeDocument/2006/relationships/slideLayout" Target="/ppt/slideLayouts/slideLayout1.xml" Id="R2019d88913df46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19d88913df46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24f750a9d446cf" /><Relationship Type="http://schemas.openxmlformats.org/officeDocument/2006/relationships/image" Target="/ppt/media/image.png" Id="Rbe896a3288f946c0" /><Relationship Type="http://schemas.openxmlformats.org/officeDocument/2006/relationships/image" Target="/ppt/media/image.svg" Id="Rf8843d607227470d" /><Relationship Type="http://schemas.openxmlformats.org/officeDocument/2006/relationships/notesSlide" Target="/ppt/notesSlides/notesSlide1.xml" Id="Rc115a553c8ea413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6f4abb46ce4c5a" /><Relationship Type="http://schemas.openxmlformats.org/officeDocument/2006/relationships/image" Target="/ppt/media/image2.png" Id="R883b881b4b414bb5" /><Relationship Type="http://schemas.openxmlformats.org/officeDocument/2006/relationships/image" Target="/ppt/media/image2.svg" Id="R6d69fda2033247d2" /><Relationship Type="http://schemas.openxmlformats.org/officeDocument/2006/relationships/notesSlide" Target="/ppt/notesSlides/notesSlide2.xml" Id="R54f84e46eef044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5f69974054512" /><Relationship Type="http://schemas.openxmlformats.org/officeDocument/2006/relationships/image" Target="/ppt/media/image3.png" Id="R284d87858d794b0c" /><Relationship Type="http://schemas.openxmlformats.org/officeDocument/2006/relationships/image" Target="/ppt/media/image3.svg" Id="Rfdcbec2b53e2448a" /><Relationship Type="http://schemas.openxmlformats.org/officeDocument/2006/relationships/notesSlide" Target="/ppt/notesSlides/notesSlide3.xml" Id="Rffb32f2305834a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b37159ced40ea" /><Relationship Type="http://schemas.openxmlformats.org/officeDocument/2006/relationships/image" Target="/ppt/media/image4.png" Id="R285b732a4e734578" /><Relationship Type="http://schemas.openxmlformats.org/officeDocument/2006/relationships/image" Target="/ppt/media/image4.svg" Id="R4b7eea2a7b8145d8" /><Relationship Type="http://schemas.openxmlformats.org/officeDocument/2006/relationships/notesSlide" Target="/ppt/notesSlides/notesSlide4.xml" Id="R2d2c6219037346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af46c43064e9f" /><Relationship Type="http://schemas.openxmlformats.org/officeDocument/2006/relationships/image" Target="/ppt/media/image5.png" Id="R623ba9277b294e11" /><Relationship Type="http://schemas.openxmlformats.org/officeDocument/2006/relationships/image" Target="/ppt/media/image5.svg" Id="Rcb51eccd655b4292" /><Relationship Type="http://schemas.openxmlformats.org/officeDocument/2006/relationships/notesSlide" Target="/ppt/notesSlides/notesSlide5.xml" Id="Refaa8c1c21c040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fac0abc474727" /><Relationship Type="http://schemas.openxmlformats.org/officeDocument/2006/relationships/image" Target="/ppt/media/image6.png" Id="R0723f3d6434a4f1a" /><Relationship Type="http://schemas.openxmlformats.org/officeDocument/2006/relationships/image" Target="/ppt/media/image6.svg" Id="R71cd0f201e8a42c5" /><Relationship Type="http://schemas.openxmlformats.org/officeDocument/2006/relationships/notesSlide" Target="/ppt/notesSlides/notesSlide6.xml" Id="R829da0164bf546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80549d9e94637" /><Relationship Type="http://schemas.openxmlformats.org/officeDocument/2006/relationships/image" Target="/ppt/media/image7.png" Id="R99e064cc6c1d4e48" /><Relationship Type="http://schemas.openxmlformats.org/officeDocument/2006/relationships/image" Target="/ppt/media/image7.svg" Id="R2424a24957e541c3" /><Relationship Type="http://schemas.openxmlformats.org/officeDocument/2006/relationships/notesSlide" Target="/ppt/notesSlides/notesSlide7.xml" Id="R15f41b1a84a248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aa2740f1e4d02" /><Relationship Type="http://schemas.openxmlformats.org/officeDocument/2006/relationships/image" Target="/ppt/media/image8.png" Id="R27312915e8ed416f" /><Relationship Type="http://schemas.openxmlformats.org/officeDocument/2006/relationships/image" Target="/ppt/media/image8.svg" Id="R442b711bcef34ca2" /><Relationship Type="http://schemas.openxmlformats.org/officeDocument/2006/relationships/notesSlide" Target="/ppt/notesSlides/notesSlide8.xml" Id="R2c07ec9dda6442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faec5d9cf4062" /><Relationship Type="http://schemas.openxmlformats.org/officeDocument/2006/relationships/image" Target="/ppt/media/image9.png" Id="R93fb71e0cdb845d1" /><Relationship Type="http://schemas.openxmlformats.org/officeDocument/2006/relationships/image" Target="/ppt/media/image9.svg" Id="Rf9bed5cb6c7d4ce0" /><Relationship Type="http://schemas.openxmlformats.org/officeDocument/2006/relationships/notesSlide" Target="/ppt/notesSlides/notesSlide9.xml" Id="Re0bdf06ccd88428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db726d35f44b95" /><Relationship Type="http://schemas.openxmlformats.org/officeDocument/2006/relationships/image" Target="/ppt/media/image10.png" Id="R37902c7eae524f8d" /><Relationship Type="http://schemas.openxmlformats.org/officeDocument/2006/relationships/image" Target="/ppt/media/image10.svg" Id="R2b0644d1b6474ce9" /><Relationship Type="http://schemas.openxmlformats.org/officeDocument/2006/relationships/notesSlide" Target="/ppt/notesSlides/notesSlide10.xml" Id="R96c0859a5f77418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e7b5c755dd4883" /><Relationship Type="http://schemas.openxmlformats.org/officeDocument/2006/relationships/image" Target="/ppt/media/image11.png" Id="Reb58525b3ef04f26" /><Relationship Type="http://schemas.openxmlformats.org/officeDocument/2006/relationships/image" Target="/ppt/media/image11.svg" Id="Rcf653095ce034531" /><Relationship Type="http://schemas.openxmlformats.org/officeDocument/2006/relationships/notesSlide" Target="/ppt/notesSlides/notesSlide11.xml" Id="Ra71abdbc34af4a2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fd45bfc6a84396" /><Relationship Type="http://schemas.openxmlformats.org/officeDocument/2006/relationships/image" Target="/ppt/media/image12.png" Id="Ra9b97b75bc7d4209" /><Relationship Type="http://schemas.openxmlformats.org/officeDocument/2006/relationships/image" Target="/ppt/media/image12.svg" Id="Rfab8120456d54c1d" /><Relationship Type="http://schemas.openxmlformats.org/officeDocument/2006/relationships/notesSlide" Target="/ppt/notesSlides/notesSlide12.xml" Id="R1b2ebd9980914a8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13b9577ec4602" /><Relationship Type="http://schemas.openxmlformats.org/officeDocument/2006/relationships/image" Target="/ppt/media/image13.png" Id="R4cf8279d9a224b4a" /><Relationship Type="http://schemas.openxmlformats.org/officeDocument/2006/relationships/image" Target="/ppt/media/image13.svg" Id="R9180cea99a6c4853" /><Relationship Type="http://schemas.openxmlformats.org/officeDocument/2006/relationships/notesSlide" Target="/ppt/notesSlides/notesSlide13.xml" Id="R9759c4b5cc1442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a97daade334b62" /><Relationship Type="http://schemas.openxmlformats.org/officeDocument/2006/relationships/image" Target="/ppt/media/image14.png" Id="R8b50fc79bcd942f8" /><Relationship Type="http://schemas.openxmlformats.org/officeDocument/2006/relationships/image" Target="/ppt/media/image14.svg" Id="R790a72d1efee48be" /><Relationship Type="http://schemas.openxmlformats.org/officeDocument/2006/relationships/notesSlide" Target="/ppt/notesSlides/notesSlide14.xml" Id="R342734e499f943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0">
            <a:extLst xmlns:a="http://schemas.openxmlformats.org/drawingml/2006/main">
              <a:ext uri="{FF2B5EF4-FFF2-40B4-BE49-F238E27FC236}">
                <a16:creationId xmlns:a16="http://schemas.microsoft.com/office/drawing/2014/main" id="{95761681-EE9D-4B0A-AED4-5C4C9938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C7584B87-9BDA-4A39-B50B-6E83BAF9D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3EB227A5-A325-4011-B4A5-72A9757B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Tên bài  /  Lesson title</a:t>
            </a:r>
          </a:p>
        </p:txBody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8DFAEC3F-28D8-4578-A6AA-C37A6B5D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197722EA-5D5D-4947-96EE-9295974E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5219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7DEA4699-154D-444E-8852-59C83237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5219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Area of a rectangle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896a3288f946c0">
            <a:extLst>
              <a:ext uri="{96DAC541-7B7A-43D3-8B79-37D633B846F1}">
                <asvg:svgBlip xmlns:asvg="http://schemas.microsoft.com/office/drawing/2016/SVG/main" r:embed="Rf8843d60722747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6524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goal-0">
            <a:extLst xmlns:a="http://schemas.openxmlformats.org/drawingml/2006/main">
              <a:ext uri="{FF2B5EF4-FFF2-40B4-BE49-F238E27FC236}">
                <a16:creationId xmlns:a16="http://schemas.microsoft.com/office/drawing/2014/main" id="{D8EE0309-C951-4F1E-9C62-D6B55F24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goal-1">
            <a:extLst xmlns:a="http://schemas.openxmlformats.org/drawingml/2006/main">
              <a:ext uri="{FF2B5EF4-FFF2-40B4-BE49-F238E27FC236}">
                <a16:creationId xmlns:a16="http://schemas.microsoft.com/office/drawing/2014/main" id="{D0E9FFDB-3F93-4735-8D70-C0B87D20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goal-2">
            <a:extLst xmlns:a="http://schemas.openxmlformats.org/drawingml/2006/main">
              <a:ext uri="{FF2B5EF4-FFF2-40B4-BE49-F238E27FC236}">
                <a16:creationId xmlns:a16="http://schemas.microsoft.com/office/drawing/2014/main" id="{82204016-7208-4956-90F0-548E5383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Mục tiêu  /  Learning goals</a:t>
            </a:r>
          </a:p>
        </p:txBody>
      </p:sp>
      <p:sp>
        <p:nvSpPr>
          <p:cNvPr id="4" name="goal-3">
            <a:extLst xmlns:a="http://schemas.openxmlformats.org/drawingml/2006/main">
              <a:ext uri="{FF2B5EF4-FFF2-40B4-BE49-F238E27FC236}">
                <a16:creationId xmlns:a16="http://schemas.microsoft.com/office/drawing/2014/main" id="{3A7C5A80-8FD0-4975-845D-3D239365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goal-4">
            <a:extLst xmlns:a="http://schemas.openxmlformats.org/drawingml/2006/main">
              <a:ext uri="{FF2B5EF4-FFF2-40B4-BE49-F238E27FC236}">
                <a16:creationId xmlns:a16="http://schemas.microsoft.com/office/drawing/2014/main" id="{D2EB09CD-5728-4AB7-8AF3-F44C8E3A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Tính diện tích từ hai kích thước.</a:t>
            </a:r>
          </a:p>
        </p:txBody>
      </p:sp>
      <p:sp>
        <p:nvSpPr>
          <p:cNvPr id="6" name="goal-5">
            <a:extLst xmlns:a="http://schemas.openxmlformats.org/drawingml/2006/main">
              <a:ext uri="{FF2B5EF4-FFF2-40B4-BE49-F238E27FC236}">
                <a16:creationId xmlns:a16="http://schemas.microsoft.com/office/drawing/2014/main" id="{5C96A288-3EA5-4A1B-A2F2-B461392F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Calculate the area from two dimensions.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3b881b4b414bb5">
            <a:extLst>
              <a:ext uri="{96DAC541-7B7A-43D3-8B79-37D633B846F1}">
                <asvg:svgBlip xmlns:asvg="http://schemas.microsoft.com/office/drawing/2016/SVG/main" r:embed="R6d69fda2033247d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9918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warmup-0">
            <a:extLst xmlns:a="http://schemas.openxmlformats.org/drawingml/2006/main">
              <a:ext uri="{FF2B5EF4-FFF2-40B4-BE49-F238E27FC236}">
                <a16:creationId xmlns:a16="http://schemas.microsoft.com/office/drawing/2014/main" id="{FA829BF3-DF4D-4E90-B35D-D50269C60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warmup-1">
            <a:extLst xmlns:a="http://schemas.openxmlformats.org/drawingml/2006/main">
              <a:ext uri="{FF2B5EF4-FFF2-40B4-BE49-F238E27FC236}">
                <a16:creationId xmlns:a16="http://schemas.microsoft.com/office/drawing/2014/main" id="{5A27D3C8-088A-4C11-A9E7-26F67E82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warmup-2">
            <a:extLst xmlns:a="http://schemas.openxmlformats.org/drawingml/2006/main">
              <a:ext uri="{FF2B5EF4-FFF2-40B4-BE49-F238E27FC236}">
                <a16:creationId xmlns:a16="http://schemas.microsoft.com/office/drawing/2014/main" id="{7DB7B58E-A34C-4233-BAA2-0CA79033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Khởi động  /  Warm-up</a:t>
            </a:r>
          </a:p>
        </p:txBody>
      </p:sp>
      <p:sp>
        <p:nvSpPr>
          <p:cNvPr id="4" name="warmup-3">
            <a:extLst xmlns:a="http://schemas.openxmlformats.org/drawingml/2006/main">
              <a:ext uri="{FF2B5EF4-FFF2-40B4-BE49-F238E27FC236}">
                <a16:creationId xmlns:a16="http://schemas.microsoft.com/office/drawing/2014/main" id="{C7396D88-E3C8-4416-B170-00FDAA3F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warmup-4">
            <a:extLst xmlns:a="http://schemas.openxmlformats.org/drawingml/2006/main">
              <a:ext uri="{FF2B5EF4-FFF2-40B4-BE49-F238E27FC236}">
                <a16:creationId xmlns:a16="http://schemas.microsoft.com/office/drawing/2014/main" id="{84E898ED-D8D5-4F5B-8402-FB6A9A73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Có bao nhiêu ô vuông trong hình?</a:t>
            </a:r>
          </a:p>
        </p:txBody>
      </p:sp>
      <p:sp>
        <p:nvSpPr>
          <p:cNvPr id="6" name="warmup-5">
            <a:extLst xmlns:a="http://schemas.openxmlformats.org/drawingml/2006/main">
              <a:ext uri="{FF2B5EF4-FFF2-40B4-BE49-F238E27FC236}">
                <a16:creationId xmlns:a16="http://schemas.microsoft.com/office/drawing/2014/main" id="{846E4C4A-4A8D-48AC-A79B-8C09D4C4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How many squares can you see?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d87858d794b0c">
            <a:extLst>
              <a:ext uri="{96DAC541-7B7A-43D3-8B79-37D633B846F1}">
                <asvg:svgBlip xmlns:asvg="http://schemas.microsoft.com/office/drawing/2016/SVG/main" r:embed="Rfdcbec2b53e2448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74113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ocabulary-0">
            <a:extLst xmlns:a="http://schemas.openxmlformats.org/drawingml/2006/main">
              <a:ext uri="{FF2B5EF4-FFF2-40B4-BE49-F238E27FC236}">
                <a16:creationId xmlns:a16="http://schemas.microsoft.com/office/drawing/2014/main" id="{2D0D41E7-DB99-4EE5-BDB3-E43B3E3B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vocabulary-1">
            <a:extLst xmlns:a="http://schemas.openxmlformats.org/drawingml/2006/main">
              <a:ext uri="{FF2B5EF4-FFF2-40B4-BE49-F238E27FC236}">
                <a16:creationId xmlns:a16="http://schemas.microsoft.com/office/drawing/2014/main" id="{02FD0359-C87A-495F-BA45-1D03B44D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vocabulary-2">
            <a:extLst xmlns:a="http://schemas.openxmlformats.org/drawingml/2006/main">
              <a:ext uri="{FF2B5EF4-FFF2-40B4-BE49-F238E27FC236}">
                <a16:creationId xmlns:a16="http://schemas.microsoft.com/office/drawing/2014/main" id="{684E8907-D77C-4E82-9BA5-9727C6B20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Từ khóa song ngữ  /  Key vocabulary</a:t>
            </a:r>
          </a:p>
        </p:txBody>
      </p:sp>
      <p:sp>
        <p:nvSpPr>
          <p:cNvPr id="4" name="vocabulary-3">
            <a:extLst xmlns:a="http://schemas.openxmlformats.org/drawingml/2006/main">
              <a:ext uri="{FF2B5EF4-FFF2-40B4-BE49-F238E27FC236}">
                <a16:creationId xmlns:a16="http://schemas.microsoft.com/office/drawing/2014/main" id="{09790906-92B0-4EBE-AB56-70E8024B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vocabulary-4">
            <a:extLst xmlns:a="http://schemas.openxmlformats.org/drawingml/2006/main">
              <a:ext uri="{FF2B5EF4-FFF2-40B4-BE49-F238E27FC236}">
                <a16:creationId xmlns:a16="http://schemas.microsoft.com/office/drawing/2014/main" id="{FC556CB4-A79D-4FB6-91C6-C4B86CD9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Chiều dài · Chiều rộng</a:t>
            </a:r>
          </a:p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</a:t>
            </a:r>
          </a:p>
        </p:txBody>
      </p:sp>
      <p:sp>
        <p:nvSpPr>
          <p:cNvPr id="6" name="vocabulary-5">
            <a:extLst xmlns:a="http://schemas.openxmlformats.org/drawingml/2006/main">
              <a:ext uri="{FF2B5EF4-FFF2-40B4-BE49-F238E27FC236}">
                <a16:creationId xmlns:a16="http://schemas.microsoft.com/office/drawing/2014/main" id="{546A0627-DF9A-4A48-882C-D040C81C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Length · Width</a:t>
            </a:r>
          </a:p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Area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b732a4e734578">
            <a:extLst>
              <a:ext uri="{96DAC541-7B7A-43D3-8B79-37D633B846F1}">
                <asvg:svgBlip xmlns:asvg="http://schemas.microsoft.com/office/drawing/2016/SVG/main" r:embed="R4b7eea2a7b8145d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98844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ncept-0">
            <a:extLst xmlns:a="http://schemas.openxmlformats.org/drawingml/2006/main">
              <a:ext uri="{FF2B5EF4-FFF2-40B4-BE49-F238E27FC236}">
                <a16:creationId xmlns:a16="http://schemas.microsoft.com/office/drawing/2014/main" id="{D4E88EB6-2284-42CD-9114-9EE4DF48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concept-1">
            <a:extLst xmlns:a="http://schemas.openxmlformats.org/drawingml/2006/main">
              <a:ext uri="{FF2B5EF4-FFF2-40B4-BE49-F238E27FC236}">
                <a16:creationId xmlns:a16="http://schemas.microsoft.com/office/drawing/2014/main" id="{D42C7ADD-C361-4DEA-B4C5-9256351F5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concept-2">
            <a:extLst xmlns:a="http://schemas.openxmlformats.org/drawingml/2006/main">
              <a:ext uri="{FF2B5EF4-FFF2-40B4-BE49-F238E27FC236}">
                <a16:creationId xmlns:a16="http://schemas.microsoft.com/office/drawing/2014/main" id="{41C25584-4DE2-482F-82BC-E60D7B8A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Khái niệm  /  Concept</a:t>
            </a:r>
          </a:p>
        </p:txBody>
      </p:sp>
      <p:sp>
        <p:nvSpPr>
          <p:cNvPr id="4" name="concept-3">
            <a:extLst xmlns:a="http://schemas.openxmlformats.org/drawingml/2006/main">
              <a:ext uri="{FF2B5EF4-FFF2-40B4-BE49-F238E27FC236}">
                <a16:creationId xmlns:a16="http://schemas.microsoft.com/office/drawing/2014/main" id="{388935D8-EFA1-4FFD-B931-8F5BDE73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concept-4">
            <a:extLst xmlns:a="http://schemas.openxmlformats.org/drawingml/2006/main">
              <a:ext uri="{FF2B5EF4-FFF2-40B4-BE49-F238E27FC236}">
                <a16:creationId xmlns:a16="http://schemas.microsoft.com/office/drawing/2014/main" id="{ECC3F6EF-0D7D-4943-8068-C5C43A69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là phần mặt phẳng được phủ.</a:t>
            </a:r>
          </a:p>
        </p:txBody>
      </p:sp>
      <p:sp>
        <p:nvSpPr>
          <p:cNvPr id="6" name="concept-5">
            <a:extLst xmlns:a="http://schemas.openxmlformats.org/drawingml/2006/main">
              <a:ext uri="{FF2B5EF4-FFF2-40B4-BE49-F238E27FC236}">
                <a16:creationId xmlns:a16="http://schemas.microsoft.com/office/drawing/2014/main" id="{BC73BB87-D36B-420E-B656-F01EDB09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Area measures the covered surface.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3ba9277b294e11">
            <a:extLst>
              <a:ext uri="{96DAC541-7B7A-43D3-8B79-37D633B846F1}">
                <asvg:svgBlip xmlns:asvg="http://schemas.microsoft.com/office/drawing/2016/SVG/main" r:embed="Rcb51eccd655b429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9752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xplanation-0">
            <a:extLst xmlns:a="http://schemas.openxmlformats.org/drawingml/2006/main">
              <a:ext uri="{FF2B5EF4-FFF2-40B4-BE49-F238E27FC236}">
                <a16:creationId xmlns:a16="http://schemas.microsoft.com/office/drawing/2014/main" id="{431FA3F5-7DD9-4BF9-95C9-D8A2FE40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explanation-1">
            <a:extLst xmlns:a="http://schemas.openxmlformats.org/drawingml/2006/main">
              <a:ext uri="{FF2B5EF4-FFF2-40B4-BE49-F238E27FC236}">
                <a16:creationId xmlns:a16="http://schemas.microsoft.com/office/drawing/2014/main" id="{6DB45660-D3D1-4CA1-8621-2A56A334A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explanation-2">
            <a:extLst xmlns:a="http://schemas.openxmlformats.org/drawingml/2006/main">
              <a:ext uri="{FF2B5EF4-FFF2-40B4-BE49-F238E27FC236}">
                <a16:creationId xmlns:a16="http://schemas.microsoft.com/office/drawing/2014/main" id="{527A6143-E5C5-4E94-8FED-C58891DD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Giải thích  /  Explanation</a:t>
            </a:r>
          </a:p>
        </p:txBody>
      </p:sp>
      <p:sp>
        <p:nvSpPr>
          <p:cNvPr id="4" name="explanation-3">
            <a:extLst xmlns:a="http://schemas.openxmlformats.org/drawingml/2006/main">
              <a:ext uri="{FF2B5EF4-FFF2-40B4-BE49-F238E27FC236}">
                <a16:creationId xmlns:a16="http://schemas.microsoft.com/office/drawing/2014/main" id="{47E13482-78C3-4719-A387-29918BDE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explanation-4">
            <a:extLst xmlns:a="http://schemas.openxmlformats.org/drawingml/2006/main">
              <a:ext uri="{FF2B5EF4-FFF2-40B4-BE49-F238E27FC236}">
                <a16:creationId xmlns:a16="http://schemas.microsoft.com/office/drawing/2014/main" id="{02B2AF36-5073-446B-80D0-497DC693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4 cột, mỗi cột có 3 ô vuông.</a:t>
            </a:r>
          </a:p>
        </p:txBody>
      </p:sp>
      <p:sp>
        <p:nvSpPr>
          <p:cNvPr id="6" name="explanation-5">
            <a:extLst xmlns:a="http://schemas.openxmlformats.org/drawingml/2006/main">
              <a:ext uri="{FF2B5EF4-FFF2-40B4-BE49-F238E27FC236}">
                <a16:creationId xmlns:a16="http://schemas.microsoft.com/office/drawing/2014/main" id="{4216225B-4186-4F3F-BAD7-FA64D39A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There are 4 columns of 3 squares.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3f3d6434a4f1a">
            <a:extLst>
              <a:ext uri="{96DAC541-7B7A-43D3-8B79-37D633B846F1}">
                <asvg:svgBlip xmlns:asvg="http://schemas.microsoft.com/office/drawing/2016/SVG/main" r:embed="R71cd0f201e8a42c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20507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isual-0">
            <a:extLst xmlns:a="http://schemas.openxmlformats.org/drawingml/2006/main">
              <a:ext uri="{FF2B5EF4-FFF2-40B4-BE49-F238E27FC236}">
                <a16:creationId xmlns:a16="http://schemas.microsoft.com/office/drawing/2014/main" id="{D3B434FD-B83B-4085-9EC7-C6BFF57B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visual-1">
            <a:extLst xmlns:a="http://schemas.openxmlformats.org/drawingml/2006/main">
              <a:ext uri="{FF2B5EF4-FFF2-40B4-BE49-F238E27FC236}">
                <a16:creationId xmlns:a16="http://schemas.microsoft.com/office/drawing/2014/main" id="{81AC60C7-F134-4244-9EFA-E4A8519A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visual-2">
            <a:extLst xmlns:a="http://schemas.openxmlformats.org/drawingml/2006/main">
              <a:ext uri="{FF2B5EF4-FFF2-40B4-BE49-F238E27FC236}">
                <a16:creationId xmlns:a16="http://schemas.microsoft.com/office/drawing/2014/main" id="{4AE7BD07-2CED-43C6-B6B3-0B064F98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Hình và chú thích  /  Visual explanation</a:t>
            </a:r>
          </a:p>
        </p:txBody>
      </p:sp>
      <p:sp>
        <p:nvSpPr>
          <p:cNvPr id="4" name="visual-3">
            <a:extLst xmlns:a="http://schemas.openxmlformats.org/drawingml/2006/main">
              <a:ext uri="{FF2B5EF4-FFF2-40B4-BE49-F238E27FC236}">
                <a16:creationId xmlns:a16="http://schemas.microsoft.com/office/drawing/2014/main" id="{259595DD-B53F-4040-9818-09954CE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visual-4">
            <a:extLst xmlns:a="http://schemas.openxmlformats.org/drawingml/2006/main">
              <a:ext uri="{FF2B5EF4-FFF2-40B4-BE49-F238E27FC236}">
                <a16:creationId xmlns:a16="http://schemas.microsoft.com/office/drawing/2014/main" id="{F8FCCF04-E040-4690-821C-2FCBF1FD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Quan sát hình 4 cm × 3 cm.</a:t>
            </a:r>
          </a:p>
        </p:txBody>
      </p:sp>
      <p:sp>
        <p:nvSpPr>
          <p:cNvPr id="6" name="visual-5">
            <a:extLst xmlns:a="http://schemas.openxmlformats.org/drawingml/2006/main">
              <a:ext uri="{FF2B5EF4-FFF2-40B4-BE49-F238E27FC236}">
                <a16:creationId xmlns:a16="http://schemas.microsoft.com/office/drawing/2014/main" id="{19179ECB-CE39-4B6B-882E-0D049349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Observe the 4 cm × 3 cm rectangle.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e064cc6c1d4e48">
            <a:extLst>
              <a:ext uri="{96DAC541-7B7A-43D3-8B79-37D633B846F1}">
                <asvg:svgBlip xmlns:asvg="http://schemas.microsoft.com/office/drawing/2016/SVG/main" r:embed="R2424a24957e541c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75495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mpare-0">
            <a:extLst xmlns:a="http://schemas.openxmlformats.org/drawingml/2006/main">
              <a:ext uri="{FF2B5EF4-FFF2-40B4-BE49-F238E27FC236}">
                <a16:creationId xmlns:a16="http://schemas.microsoft.com/office/drawing/2014/main" id="{CADA6F12-D3DA-4622-849F-8377A9643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compare-1">
            <a:extLst xmlns:a="http://schemas.openxmlformats.org/drawingml/2006/main">
              <a:ext uri="{FF2B5EF4-FFF2-40B4-BE49-F238E27FC236}">
                <a16:creationId xmlns:a16="http://schemas.microsoft.com/office/drawing/2014/main" id="{3BD56277-AD95-47AE-A29E-F7A88B0F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compare-2">
            <a:extLst xmlns:a="http://schemas.openxmlformats.org/drawingml/2006/main">
              <a:ext uri="{FF2B5EF4-FFF2-40B4-BE49-F238E27FC236}">
                <a16:creationId xmlns:a16="http://schemas.microsoft.com/office/drawing/2014/main" id="{BC0EFA3A-8369-43B2-AB93-958AD8CA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So sánh  /  Comparison</a:t>
            </a:r>
          </a:p>
        </p:txBody>
      </p:sp>
      <p:sp>
        <p:nvSpPr>
          <p:cNvPr id="4" name="compare-3">
            <a:extLst xmlns:a="http://schemas.openxmlformats.org/drawingml/2006/main">
              <a:ext uri="{FF2B5EF4-FFF2-40B4-BE49-F238E27FC236}">
                <a16:creationId xmlns:a16="http://schemas.microsoft.com/office/drawing/2014/main" id="{8F6E2776-D4A9-4B3C-A243-3916801E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compare-4">
            <a:extLst xmlns:a="http://schemas.openxmlformats.org/drawingml/2006/main">
              <a:ext uri="{FF2B5EF4-FFF2-40B4-BE49-F238E27FC236}">
                <a16:creationId xmlns:a16="http://schemas.microsoft.com/office/drawing/2014/main" id="{D22910F1-99D7-4E97-BA9F-BF019079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Chu vi đo đường bao; diện tích đo bề mặt.</a:t>
            </a:r>
          </a:p>
        </p:txBody>
      </p:sp>
      <p:sp>
        <p:nvSpPr>
          <p:cNvPr id="6" name="compare-5">
            <a:extLst xmlns:a="http://schemas.openxmlformats.org/drawingml/2006/main">
              <a:ext uri="{FF2B5EF4-FFF2-40B4-BE49-F238E27FC236}">
                <a16:creationId xmlns:a16="http://schemas.microsoft.com/office/drawing/2014/main" id="{2DF08AB7-A328-4912-B394-3E69BF61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Perimeter measures the boundary; area measures the surface.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312915e8ed416f">
            <a:extLst>
              <a:ext uri="{96DAC541-7B7A-43D3-8B79-37D633B846F1}">
                <asvg:svgBlip xmlns:asvg="http://schemas.microsoft.com/office/drawing/2016/SVG/main" r:embed="R442b711bcef34ca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6931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rmula-0">
            <a:extLst xmlns:a="http://schemas.openxmlformats.org/drawingml/2006/main">
              <a:ext uri="{FF2B5EF4-FFF2-40B4-BE49-F238E27FC236}">
                <a16:creationId xmlns:a16="http://schemas.microsoft.com/office/drawing/2014/main" id="{EC1592FB-F1B1-40DE-AEC4-E92CEAB4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formula-1">
            <a:extLst xmlns:a="http://schemas.openxmlformats.org/drawingml/2006/main">
              <a:ext uri="{FF2B5EF4-FFF2-40B4-BE49-F238E27FC236}">
                <a16:creationId xmlns:a16="http://schemas.microsoft.com/office/drawing/2014/main" id="{8425D683-CED0-4AE1-9CEC-3A364632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formula-2">
            <a:extLst xmlns:a="http://schemas.openxmlformats.org/drawingml/2006/main">
              <a:ext uri="{FF2B5EF4-FFF2-40B4-BE49-F238E27FC236}">
                <a16:creationId xmlns:a16="http://schemas.microsoft.com/office/drawing/2014/main" id="{2FBBB01D-94D0-47E8-A2BE-4486D8182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Công thức / quy tắc  /  Formula / rule</a:t>
            </a:r>
          </a:p>
        </p:txBody>
      </p:sp>
      <p:sp>
        <p:nvSpPr>
          <p:cNvPr id="4" name="formula-3">
            <a:extLst xmlns:a="http://schemas.openxmlformats.org/drawingml/2006/main">
              <a:ext uri="{FF2B5EF4-FFF2-40B4-BE49-F238E27FC236}">
                <a16:creationId xmlns:a16="http://schemas.microsoft.com/office/drawing/2014/main" id="{99E95F46-0C23-4B66-A15A-206A2AF7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formula-4">
            <a:extLst xmlns:a="http://schemas.openxmlformats.org/drawingml/2006/main">
              <a:ext uri="{FF2B5EF4-FFF2-40B4-BE49-F238E27FC236}">
                <a16:creationId xmlns:a16="http://schemas.microsoft.com/office/drawing/2014/main" id="{02FC7888-37C4-4559-A54A-100B8B89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S = a × b</a:t>
            </a:r>
          </a:p>
          <a:p xmlns:a="http://schemas.openxmlformats.org/drawingml/2006/main">
            <a:pPr algn="ctr">
              <a:defRPr sz="21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a, b cùng đơn vị đo.</a:t>
            </a:r>
          </a:p>
        </p:txBody>
      </p:sp>
      <p:sp>
        <p:nvSpPr>
          <p:cNvPr id="6" name="formula-5">
            <a:extLst xmlns:a="http://schemas.openxmlformats.org/drawingml/2006/main">
              <a:ext uri="{FF2B5EF4-FFF2-40B4-BE49-F238E27FC236}">
                <a16:creationId xmlns:a16="http://schemas.microsoft.com/office/drawing/2014/main" id="{E38C9105-9B1B-492D-AC3C-8973DAD8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A = length × width</a:t>
            </a:r>
          </a:p>
          <a:p xmlns:a="http://schemas.openxmlformats.org/drawingml/2006/main">
            <a:pPr algn="ctr">
              <a:defRPr sz="21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Use the same length unit.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fb71e0cdb845d1">
            <a:extLst>
              <a:ext uri="{96DAC541-7B7A-43D3-8B79-37D633B846F1}">
                <asvg:svgBlip xmlns:asvg="http://schemas.microsoft.com/office/drawing/2016/SVG/main" r:embed="Rf9bed5cb6c7d4ce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3138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xample-0">
            <a:extLst xmlns:a="http://schemas.openxmlformats.org/drawingml/2006/main">
              <a:ext uri="{FF2B5EF4-FFF2-40B4-BE49-F238E27FC236}">
                <a16:creationId xmlns:a16="http://schemas.microsoft.com/office/drawing/2014/main" id="{FED37CB5-9553-402F-AF83-9DB5F9D5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example-1">
            <a:extLst xmlns:a="http://schemas.openxmlformats.org/drawingml/2006/main">
              <a:ext uri="{FF2B5EF4-FFF2-40B4-BE49-F238E27FC236}">
                <a16:creationId xmlns:a16="http://schemas.microsoft.com/office/drawing/2014/main" id="{B105A0F7-197D-4D37-AD61-9E58B3D1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example-2">
            <a:extLst xmlns:a="http://schemas.openxmlformats.org/drawingml/2006/main">
              <a:ext uri="{FF2B5EF4-FFF2-40B4-BE49-F238E27FC236}">
                <a16:creationId xmlns:a16="http://schemas.microsoft.com/office/drawing/2014/main" id="{C80E081C-42DE-4D9C-9136-BD67F448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theo bước  /  Worked example</a:t>
            </a:r>
          </a:p>
        </p:txBody>
      </p:sp>
      <p:sp>
        <p:nvSpPr>
          <p:cNvPr id="4" name="example-3">
            <a:extLst xmlns:a="http://schemas.openxmlformats.org/drawingml/2006/main">
              <a:ext uri="{FF2B5EF4-FFF2-40B4-BE49-F238E27FC236}">
                <a16:creationId xmlns:a16="http://schemas.microsoft.com/office/drawing/2014/main" id="{EBD4775F-2812-488C-B7C4-0AF65CAB2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example-4">
            <a:extLst xmlns:a="http://schemas.openxmlformats.org/drawingml/2006/main">
              <a:ext uri="{FF2B5EF4-FFF2-40B4-BE49-F238E27FC236}">
                <a16:creationId xmlns:a16="http://schemas.microsoft.com/office/drawing/2014/main" id="{53C4464B-345C-430B-8F2B-65392380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S = 4 × 3 = 12 cm²</a:t>
            </a:r>
          </a:p>
        </p:txBody>
      </p:sp>
      <p:sp>
        <p:nvSpPr>
          <p:cNvPr id="6" name="example-5">
            <a:extLst xmlns:a="http://schemas.openxmlformats.org/drawingml/2006/main">
              <a:ext uri="{FF2B5EF4-FFF2-40B4-BE49-F238E27FC236}">
                <a16:creationId xmlns:a16="http://schemas.microsoft.com/office/drawing/2014/main" id="{14DECCD4-4C7C-4337-B83D-8B417034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Area = 4 × 3 = 12 cm²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902c7eae524f8d">
            <a:extLst>
              <a:ext uri="{96DAC541-7B7A-43D3-8B79-37D633B846F1}">
                <asvg:svgBlip xmlns:asvg="http://schemas.microsoft.com/office/drawing/2016/SVG/main" r:embed="R2b0644d1b6474ce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9289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practice-0">
            <a:extLst xmlns:a="http://schemas.openxmlformats.org/drawingml/2006/main">
              <a:ext uri="{FF2B5EF4-FFF2-40B4-BE49-F238E27FC236}">
                <a16:creationId xmlns:a16="http://schemas.microsoft.com/office/drawing/2014/main" id="{E479A8CA-7879-417A-9A96-210C3462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practice-1">
            <a:extLst xmlns:a="http://schemas.openxmlformats.org/drawingml/2006/main">
              <a:ext uri="{FF2B5EF4-FFF2-40B4-BE49-F238E27FC236}">
                <a16:creationId xmlns:a16="http://schemas.microsoft.com/office/drawing/2014/main" id="{669FD7FE-F682-4962-9887-FCE4D0F8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practice-2">
            <a:extLst xmlns:a="http://schemas.openxmlformats.org/drawingml/2006/main">
              <a:ext uri="{FF2B5EF4-FFF2-40B4-BE49-F238E27FC236}">
                <a16:creationId xmlns:a16="http://schemas.microsoft.com/office/drawing/2014/main" id="{9C95EEE0-009A-4DF5-810D-CACA49B11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Luyện tập  /  Practice</a:t>
            </a:r>
          </a:p>
        </p:txBody>
      </p:sp>
      <p:sp>
        <p:nvSpPr>
          <p:cNvPr id="4" name="practice-3">
            <a:extLst xmlns:a="http://schemas.openxmlformats.org/drawingml/2006/main">
              <a:ext uri="{FF2B5EF4-FFF2-40B4-BE49-F238E27FC236}">
                <a16:creationId xmlns:a16="http://schemas.microsoft.com/office/drawing/2014/main" id="{8226C46F-848A-4D98-AAD1-39953A9FF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practice-4">
            <a:extLst xmlns:a="http://schemas.openxmlformats.org/drawingml/2006/main">
              <a:ext uri="{FF2B5EF4-FFF2-40B4-BE49-F238E27FC236}">
                <a16:creationId xmlns:a16="http://schemas.microsoft.com/office/drawing/2014/main" id="{1FCBCCEE-985E-4336-B8DA-24513F082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Tính diện tích hình 6 cm × 2 cm.</a:t>
            </a:r>
          </a:p>
        </p:txBody>
      </p:sp>
      <p:sp>
        <p:nvSpPr>
          <p:cNvPr id="6" name="practice-5">
            <a:extLst xmlns:a="http://schemas.openxmlformats.org/drawingml/2006/main">
              <a:ext uri="{FF2B5EF4-FFF2-40B4-BE49-F238E27FC236}">
                <a16:creationId xmlns:a16="http://schemas.microsoft.com/office/drawing/2014/main" id="{B5AFB608-E129-4C70-B388-88D54A8D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Find the area of a 6 cm × 2 cm rectangle.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8525b3ef04f26">
            <a:extLst>
              <a:ext uri="{96DAC541-7B7A-43D3-8B79-37D633B846F1}">
                <asvg:svgBlip xmlns:asvg="http://schemas.microsoft.com/office/drawing/2016/SVG/main" r:embed="Rcf653095ce0345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8857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question-0">
            <a:extLst xmlns:a="http://schemas.openxmlformats.org/drawingml/2006/main">
              <a:ext uri="{FF2B5EF4-FFF2-40B4-BE49-F238E27FC236}">
                <a16:creationId xmlns:a16="http://schemas.microsoft.com/office/drawing/2014/main" id="{F20652A8-636B-4D17-A970-8FCF6C10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question-1">
            <a:extLst xmlns:a="http://schemas.openxmlformats.org/drawingml/2006/main">
              <a:ext uri="{FF2B5EF4-FFF2-40B4-BE49-F238E27FC236}">
                <a16:creationId xmlns:a16="http://schemas.microsoft.com/office/drawing/2014/main" id="{E73D3D08-2E02-414A-B1D9-6CF93BD8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question-2">
            <a:extLst xmlns:a="http://schemas.openxmlformats.org/drawingml/2006/main">
              <a:ext uri="{FF2B5EF4-FFF2-40B4-BE49-F238E27FC236}">
                <a16:creationId xmlns:a16="http://schemas.microsoft.com/office/drawing/2014/main" id="{067BE4F9-E8B6-4E7B-A20D-1CBA38C6F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Hỏi lớp  /  Ask the class</a:t>
            </a:r>
          </a:p>
        </p:txBody>
      </p:sp>
      <p:sp>
        <p:nvSpPr>
          <p:cNvPr id="4" name="question-3">
            <a:extLst xmlns:a="http://schemas.openxmlformats.org/drawingml/2006/main">
              <a:ext uri="{FF2B5EF4-FFF2-40B4-BE49-F238E27FC236}">
                <a16:creationId xmlns:a16="http://schemas.microsoft.com/office/drawing/2014/main" id="{F2DCAA9A-5D74-4B33-8E2D-5A73566C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question-4">
            <a:extLst xmlns:a="http://schemas.openxmlformats.org/drawingml/2006/main">
              <a:ext uri="{FF2B5EF4-FFF2-40B4-BE49-F238E27FC236}">
                <a16:creationId xmlns:a16="http://schemas.microsoft.com/office/drawing/2014/main" id="{2CF456E0-FD4F-4DF4-BBCE-3D015BF5E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Vì sao đơn vị diện tích là cm²?</a:t>
            </a:r>
          </a:p>
        </p:txBody>
      </p:sp>
      <p:sp>
        <p:nvSpPr>
          <p:cNvPr id="6" name="question-5">
            <a:extLst xmlns:a="http://schemas.openxmlformats.org/drawingml/2006/main">
              <a:ext uri="{FF2B5EF4-FFF2-40B4-BE49-F238E27FC236}">
                <a16:creationId xmlns:a16="http://schemas.microsoft.com/office/drawing/2014/main" id="{86A62845-5157-4714-AE26-427A2A955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Why is area measured in cm²?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b97b75bc7d4209">
            <a:extLst>
              <a:ext uri="{96DAC541-7B7A-43D3-8B79-37D633B846F1}">
                <asvg:svgBlip xmlns:asvg="http://schemas.microsoft.com/office/drawing/2016/SVG/main" r:embed="Rfab8120456d54c1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3214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eck-0">
            <a:extLst xmlns:a="http://schemas.openxmlformats.org/drawingml/2006/main">
              <a:ext uri="{FF2B5EF4-FFF2-40B4-BE49-F238E27FC236}">
                <a16:creationId xmlns:a16="http://schemas.microsoft.com/office/drawing/2014/main" id="{5F1E3CD9-0E15-412C-AC2B-7A386B5F2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check-1">
            <a:extLst xmlns:a="http://schemas.openxmlformats.org/drawingml/2006/main">
              <a:ext uri="{FF2B5EF4-FFF2-40B4-BE49-F238E27FC236}">
                <a16:creationId xmlns:a16="http://schemas.microsoft.com/office/drawing/2014/main" id="{BF48BDD3-F886-4063-AC9E-A7BD3F71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check-2">
            <a:extLst xmlns:a="http://schemas.openxmlformats.org/drawingml/2006/main">
              <a:ext uri="{FF2B5EF4-FFF2-40B4-BE49-F238E27FC236}">
                <a16:creationId xmlns:a16="http://schemas.microsoft.com/office/drawing/2014/main" id="{39ABC1BF-38C7-458D-93AA-E924C868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Kiểm tra hiểu bài  /  Check understanding</a:t>
            </a:r>
          </a:p>
        </p:txBody>
      </p:sp>
      <p:sp>
        <p:nvSpPr>
          <p:cNvPr id="4" name="check-3">
            <a:extLst xmlns:a="http://schemas.openxmlformats.org/drawingml/2006/main">
              <a:ext uri="{FF2B5EF4-FFF2-40B4-BE49-F238E27FC236}">
                <a16:creationId xmlns:a16="http://schemas.microsoft.com/office/drawing/2014/main" id="{315030E9-344A-4DF8-A3E4-6EEC315B1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check-4">
            <a:extLst xmlns:a="http://schemas.openxmlformats.org/drawingml/2006/main">
              <a:ext uri="{FF2B5EF4-FFF2-40B4-BE49-F238E27FC236}">
                <a16:creationId xmlns:a16="http://schemas.microsoft.com/office/drawing/2014/main" id="{9F55685C-934B-4B28-ABC0-C64924FAF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Nêu hai kích thước cần biết.</a:t>
            </a:r>
          </a:p>
        </p:txBody>
      </p:sp>
      <p:sp>
        <p:nvSpPr>
          <p:cNvPr id="6" name="check-5">
            <a:extLst xmlns:a="http://schemas.openxmlformats.org/drawingml/2006/main">
              <a:ext uri="{FF2B5EF4-FFF2-40B4-BE49-F238E27FC236}">
                <a16:creationId xmlns:a16="http://schemas.microsoft.com/office/drawing/2014/main" id="{8F74EE3D-40FD-440D-AC97-4EA51761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Name the two dimensions you need.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8279d9a224b4a">
            <a:extLst>
              <a:ext uri="{96DAC541-7B7A-43D3-8B79-37D633B846F1}">
                <asvg:svgBlip xmlns:asvg="http://schemas.microsoft.com/office/drawing/2016/SVG/main" r:embed="R9180cea99a6c485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305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ummary-0">
            <a:extLst xmlns:a="http://schemas.openxmlformats.org/drawingml/2006/main">
              <a:ext uri="{FF2B5EF4-FFF2-40B4-BE49-F238E27FC236}">
                <a16:creationId xmlns:a16="http://schemas.microsoft.com/office/drawing/2014/main" id="{7E5AD16E-D343-49BA-A29B-7D9A9227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69F9"/>
                </a:solidFill>
                <a:latin typeface="Arial"/>
                <a:ea typeface="Arial"/>
                <a:cs typeface="Arial"/>
              </a:rPr>
              <a:t>BiliClass   /   Toán · ví dụ minh họa   /   </a:t>
            </a:r>
          </a:p>
        </p:txBody>
      </p:sp>
      <p:sp>
        <p:nvSpPr>
          <p:cNvPr id="2" name="summary-1">
            <a:extLst xmlns:a="http://schemas.openxmlformats.org/drawingml/2006/main">
              <a:ext uri="{FF2B5EF4-FFF2-40B4-BE49-F238E27FC236}">
                <a16:creationId xmlns:a16="http://schemas.microsoft.com/office/drawing/2014/main" id="{10DA2D16-F823-4557-AAC7-85FC7D72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hình chữ nhật</a:t>
            </a:r>
          </a:p>
        </p:txBody>
      </p:sp>
      <p:sp>
        <p:nvSpPr>
          <p:cNvPr id="3" name="summary-2">
            <a:extLst xmlns:a="http://schemas.openxmlformats.org/drawingml/2006/main">
              <a:ext uri="{FF2B5EF4-FFF2-40B4-BE49-F238E27FC236}">
                <a16:creationId xmlns:a16="http://schemas.microsoft.com/office/drawing/2014/main" id="{5EF32131-40D0-4CA6-8B2D-8E43F67A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Tổng kết / cuối tiết  /  Summary / exit ticket</a:t>
            </a:r>
          </a:p>
        </p:txBody>
      </p:sp>
      <p:sp>
        <p:nvSpPr>
          <p:cNvPr id="4" name="summary-3">
            <a:extLst xmlns:a="http://schemas.openxmlformats.org/drawingml/2006/main">
              <a:ext uri="{FF2B5EF4-FFF2-40B4-BE49-F238E27FC236}">
                <a16:creationId xmlns:a16="http://schemas.microsoft.com/office/drawing/2014/main" id="{C7406E13-9AEA-43EC-B922-2B37857E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6799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67997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summary-4">
            <a:extLst xmlns:a="http://schemas.openxmlformats.org/drawingml/2006/main">
              <a:ext uri="{FF2B5EF4-FFF2-40B4-BE49-F238E27FC236}">
                <a16:creationId xmlns:a16="http://schemas.microsoft.com/office/drawing/2014/main" id="{7F3D7EEA-4B2A-489A-B7F1-365BAD40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1265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12650"/>
                </a:solidFill>
                <a:latin typeface="Arial"/>
                <a:ea typeface="Arial"/>
                <a:cs typeface="Arial"/>
              </a:rPr>
              <a:t>Diện tích = chiều dài × chiều rộng.</a:t>
            </a:r>
          </a:p>
        </p:txBody>
      </p:sp>
      <p:sp>
        <p:nvSpPr>
          <p:cNvPr id="6" name="summary-5">
            <a:extLst xmlns:a="http://schemas.openxmlformats.org/drawingml/2006/main">
              <a:ext uri="{FF2B5EF4-FFF2-40B4-BE49-F238E27FC236}">
                <a16:creationId xmlns:a16="http://schemas.microsoft.com/office/drawing/2014/main" id="{87C34563-CB73-4BDA-8A43-626B5220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69F9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69F9"/>
                </a:solidFill>
                <a:latin typeface="Arial"/>
                <a:ea typeface="Arial"/>
                <a:cs typeface="Arial"/>
              </a:rPr>
              <a:t>Area = length × width.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50fc79bcd942f8">
            <a:extLst>
              <a:ext uri="{96DAC541-7B7A-43D3-8B79-37D633B846F1}">
                <asvg:svgBlip xmlns:asvg="http://schemas.microsoft.com/office/drawing/2016/SVG/main" r:embed="R790a72d1efee48b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11905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2026-10-03T05:34:37.9130000Z</dcterms:created>
  <dcterms:modified xsi:type="dcterms:W3CDTF">2026-10-03T05:34:37.9130000Z</dcterms:modified>
</coreProperties>
</file>