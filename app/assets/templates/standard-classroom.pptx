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c610d093fe94d4f" /><Relationship Type="http://schemas.openxmlformats.org/officeDocument/2006/relationships/extended-properties" Target="/docProps/app.xml" Id="Rd249b0132a3e4285" /><Relationship Type="http://schemas.openxmlformats.org/officeDocument/2006/relationships/officeDocument" Target="/ppt/presentation.xml" Id="R75c2e2592e914be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e9db5f22496491b"/>
  </p:sldMasterIdLst>
  <p:notesMasterIdLst>
    <p:notesMasterId xmlns:r="http://schemas.openxmlformats.org/officeDocument/2006/relationships" r:id="R20897316c1d64677"/>
  </p:notesMasterIdLst>
  <p:sldIdLst>
    <p:sldId xmlns:r="http://schemas.openxmlformats.org/officeDocument/2006/relationships" id="256" r:id="Rf35cd802a9a44546"/>
    <p:sldId xmlns:r="http://schemas.openxmlformats.org/officeDocument/2006/relationships" id="257" r:id="Ra128e1d2c9b842d0"/>
    <p:sldId xmlns:r="http://schemas.openxmlformats.org/officeDocument/2006/relationships" id="258" r:id="R4980ee64635441ac"/>
    <p:sldId xmlns:r="http://schemas.openxmlformats.org/officeDocument/2006/relationships" id="259" r:id="R66b1b57325c4487d"/>
    <p:sldId xmlns:r="http://schemas.openxmlformats.org/officeDocument/2006/relationships" id="260" r:id="Ra664c4ce6b154f6b"/>
    <p:sldId xmlns:r="http://schemas.openxmlformats.org/officeDocument/2006/relationships" id="261" r:id="Rdc507cd3f8644321"/>
    <p:sldId xmlns:r="http://schemas.openxmlformats.org/officeDocument/2006/relationships" id="262" r:id="R8dae9ff1bcee4a4d"/>
    <p:sldId xmlns:r="http://schemas.openxmlformats.org/officeDocument/2006/relationships" id="263" r:id="Rf891854a4d754731"/>
    <p:sldId xmlns:r="http://schemas.openxmlformats.org/officeDocument/2006/relationships" id="264" r:id="R352e0bafae104e57"/>
    <p:sldId xmlns:r="http://schemas.openxmlformats.org/officeDocument/2006/relationships" id="265" r:id="R56c3660759f446e7"/>
    <p:sldId xmlns:r="http://schemas.openxmlformats.org/officeDocument/2006/relationships" id="266" r:id="Rfb16c190fe754c8d"/>
    <p:sldId xmlns:r="http://schemas.openxmlformats.org/officeDocument/2006/relationships" id="267" r:id="Rd936ae7045a044ac"/>
    <p:sldId xmlns:r="http://schemas.openxmlformats.org/officeDocument/2006/relationships" id="268" r:id="R9f6e73eba00d4afc"/>
    <p:sldId xmlns:r="http://schemas.openxmlformats.org/officeDocument/2006/relationships" id="269" r:id="Rc2818ab77006455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b36d1732dd84612" /><Relationship Type="http://schemas.openxmlformats.org/officeDocument/2006/relationships/slideMaster" Target="/ppt/slideMasters/slideMaster1.xml" Id="R0e9db5f22496491b" /><Relationship Type="http://schemas.openxmlformats.org/officeDocument/2006/relationships/notesMaster" Target="/ppt/notesMasters/notesMaster1.xml" Id="R20897316c1d64677" /><Relationship Type="http://schemas.openxmlformats.org/officeDocument/2006/relationships/presProps" Target="/ppt/presProps.xml" Id="R5fa836d3f6ca4542" /><Relationship Type="http://schemas.openxmlformats.org/officeDocument/2006/relationships/tableStyles" Target="/ppt/tableStyles.xml" Id="R224a6dea745c48cf" /><Relationship Type="http://schemas.openxmlformats.org/officeDocument/2006/relationships/slide" Target="/ppt/slides/slide1.xml" Id="Rf35cd802a9a44546" /><Relationship Type="http://schemas.openxmlformats.org/officeDocument/2006/relationships/slide" Target="/ppt/slides/slide2.xml" Id="Ra128e1d2c9b842d0" /><Relationship Type="http://schemas.openxmlformats.org/officeDocument/2006/relationships/slide" Target="/ppt/slides/slide3.xml" Id="R4980ee64635441ac" /><Relationship Type="http://schemas.openxmlformats.org/officeDocument/2006/relationships/slide" Target="/ppt/slides/slide4.xml" Id="R66b1b57325c4487d" /><Relationship Type="http://schemas.openxmlformats.org/officeDocument/2006/relationships/slide" Target="/ppt/slides/slide5.xml" Id="Ra664c4ce6b154f6b" /><Relationship Type="http://schemas.openxmlformats.org/officeDocument/2006/relationships/slide" Target="/ppt/slides/slide6.xml" Id="Rdc507cd3f8644321" /><Relationship Type="http://schemas.openxmlformats.org/officeDocument/2006/relationships/slide" Target="/ppt/slides/slide7.xml" Id="R8dae9ff1bcee4a4d" /><Relationship Type="http://schemas.openxmlformats.org/officeDocument/2006/relationships/slide" Target="/ppt/slides/slide8.xml" Id="Rf891854a4d754731" /><Relationship Type="http://schemas.openxmlformats.org/officeDocument/2006/relationships/slide" Target="/ppt/slides/slide9.xml" Id="R352e0bafae104e57" /><Relationship Type="http://schemas.openxmlformats.org/officeDocument/2006/relationships/slide" Target="/ppt/slides/slide10.xml" Id="R56c3660759f446e7" /><Relationship Type="http://schemas.openxmlformats.org/officeDocument/2006/relationships/slide" Target="/ppt/slides/slide11.xml" Id="Rfb16c190fe754c8d" /><Relationship Type="http://schemas.openxmlformats.org/officeDocument/2006/relationships/slide" Target="/ppt/slides/slide12.xml" Id="Rd936ae7045a044ac" /><Relationship Type="http://schemas.openxmlformats.org/officeDocument/2006/relationships/slide" Target="/ppt/slides/slide13.xml" Id="R9f6e73eba00d4afc" /><Relationship Type="http://schemas.openxmlformats.org/officeDocument/2006/relationships/slide" Target="/ppt/slides/slide14.xml" Id="Rc2818ab77006455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de97fbc879548d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8909ae29a7c4e8a" /><Relationship Type="http://schemas.openxmlformats.org/officeDocument/2006/relationships/notesMaster" Target="/ppt/notesMasters/notesMaster1.xml" Id="Rc6e1ff6f57e6472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39240b7c96640fb" /><Relationship Type="http://schemas.openxmlformats.org/officeDocument/2006/relationships/notesMaster" Target="/ppt/notesMasters/notesMaster1.xml" Id="R59fd1540ff304e1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11ef59fd34a4fe3" /><Relationship Type="http://schemas.openxmlformats.org/officeDocument/2006/relationships/notesMaster" Target="/ppt/notesMasters/notesMaster1.xml" Id="Rc9de850c944a42a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cf22d7f8deb45ef" /><Relationship Type="http://schemas.openxmlformats.org/officeDocument/2006/relationships/notesMaster" Target="/ppt/notesMasters/notesMaster1.xml" Id="R99e779fb003749c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22f5a58337a46ea" /><Relationship Type="http://schemas.openxmlformats.org/officeDocument/2006/relationships/notesMaster" Target="/ppt/notesMasters/notesMaster1.xml" Id="R6be0565e6424496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4ebd8b693a24d23" /><Relationship Type="http://schemas.openxmlformats.org/officeDocument/2006/relationships/notesMaster" Target="/ppt/notesMasters/notesMaster1.xml" Id="Rd965bab2a0ab4bc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c79ee9ab64d4ded" /><Relationship Type="http://schemas.openxmlformats.org/officeDocument/2006/relationships/notesMaster" Target="/ppt/notesMasters/notesMaster1.xml" Id="Rb09a381e46774f3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9a5348fb6214b8e" /><Relationship Type="http://schemas.openxmlformats.org/officeDocument/2006/relationships/notesMaster" Target="/ppt/notesMasters/notesMaster1.xml" Id="R881169e50617482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21488e1e9894026" /><Relationship Type="http://schemas.openxmlformats.org/officeDocument/2006/relationships/notesMaster" Target="/ppt/notesMasters/notesMaster1.xml" Id="Ra135bae97d51488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d120e2e10d4412e" /><Relationship Type="http://schemas.openxmlformats.org/officeDocument/2006/relationships/notesMaster" Target="/ppt/notesMasters/notesMaster1.xml" Id="R48a1f7c979af4b4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a9bf69cd5d14aca" /><Relationship Type="http://schemas.openxmlformats.org/officeDocument/2006/relationships/notesMaster" Target="/ppt/notesMasters/notesMaster1.xml" Id="Rd6f53607bc574a0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3ef14cfa64e4256" /><Relationship Type="http://schemas.openxmlformats.org/officeDocument/2006/relationships/notesMaster" Target="/ppt/notesMasters/notesMaster1.xml" Id="R1faa2402c79142f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831302bfdf849c0" /><Relationship Type="http://schemas.openxmlformats.org/officeDocument/2006/relationships/notesMaster" Target="/ppt/notesMasters/notesMaster1.xml" Id="R2a0804ba6f9b41ff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cfd26c8ab784a1d" /><Relationship Type="http://schemas.openxmlformats.org/officeDocument/2006/relationships/notesMaster" Target="/ppt/notesMasters/notesMaster1.xml" Id="R8451060a833449d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Mẫu standard: title. Thay các phần trong ngoặc bằng nội dung đã kiểm tra. Đây là mẫu cấu trúc, không phải bài học đã duyệt.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Mẫu standard: goal. Thay các phần trong ngoặc bằng nội dung đã kiểm tra. Đây là mẫu cấu trúc, không phải bài học đã duyệt.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Mẫu standard: warmup. Thay các phần trong ngoặc bằng nội dung đã kiểm tra. Đây là mẫu cấu trúc, không phải bài học đã duyệt.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Mẫu standard: vocabulary. Thay các phần trong ngoặc bằng nội dung đã kiểm tra. Đây là mẫu cấu trúc, không phải bài học đã duyệt.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Mẫu standard: concept. Thay các phần trong ngoặc bằng nội dung đã kiểm tra. Đây là mẫu cấu trúc, không phải bài học đã duyệt.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Mẫu standard: explanation. Thay các phần trong ngoặc bằng nội dung đã kiểm tra. Đây là mẫu cấu trúc, không phải bài học đã duyệt.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Mẫu standard: visual. Thay các phần trong ngoặc bằng nội dung đã kiểm tra. Đây là mẫu cấu trúc, không phải bài học đã duyệt.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Mẫu standard: compare. Thay các phần trong ngoặc bằng nội dung đã kiểm tra. Đây là mẫu cấu trúc, không phải bài học đã duyệt.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Mẫu standard: formula. Thay các phần trong ngoặc bằng nội dung đã kiểm tra. Đây là mẫu cấu trúc, không phải bài học đã duyệt.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Mẫu standard: example. Thay các phần trong ngoặc bằng nội dung đã kiểm tra. Đây là mẫu cấu trúc, không phải bài học đã duyệt.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Mẫu standard: practice. Thay các phần trong ngoặc bằng nội dung đã kiểm tra. Đây là mẫu cấu trúc, không phải bài học đã duyệt.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Mẫu standard: question. Thay các phần trong ngoặc bằng nội dung đã kiểm tra. Đây là mẫu cấu trúc, không phải bài học đã duyệt.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Mẫu standard: check. Thay các phần trong ngoặc bằng nội dung đã kiểm tra. Đây là mẫu cấu trúc, không phải bài học đã duyệt.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Mẫu standard: summary. Thay các phần trong ngoặc bằng nội dung đã kiểm tra. Đây là mẫu cấu trúc, không phải bài học đã duyệt.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63a971b7ca542a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427513057ff4297" /><Relationship Type="http://schemas.openxmlformats.org/officeDocument/2006/relationships/slideLayout" Target="/ppt/slideLayouts/slideLayout1.xml" Id="R3ea4d0236cfa432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ea4d0236cfa432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7be9f92a654503" /><Relationship Type="http://schemas.openxmlformats.org/officeDocument/2006/relationships/notesSlide" Target="/ppt/notesSlides/notesSlide1.xml" Id="Rb7952f2b85ef420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8b9278ea164f53" /><Relationship Type="http://schemas.openxmlformats.org/officeDocument/2006/relationships/notesSlide" Target="/ppt/notesSlides/notesSlide2.xml" Id="Re3ab072f6aba4bb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8d14ff193f4c51" /><Relationship Type="http://schemas.openxmlformats.org/officeDocument/2006/relationships/notesSlide" Target="/ppt/notesSlides/notesSlide3.xml" Id="R2d2c734c0b7741d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aff9db50a841a1" /><Relationship Type="http://schemas.openxmlformats.org/officeDocument/2006/relationships/notesSlide" Target="/ppt/notesSlides/notesSlide4.xml" Id="Rf669f2fb7dcd464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32026ba0fc46b1" /><Relationship Type="http://schemas.openxmlformats.org/officeDocument/2006/relationships/notesSlide" Target="/ppt/notesSlides/notesSlide5.xml" Id="R6dcab78f1133419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b5bccc5e2d4deb" /><Relationship Type="http://schemas.openxmlformats.org/officeDocument/2006/relationships/notesSlide" Target="/ppt/notesSlides/notesSlide6.xml" Id="R76ec43479862456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70c7de74834b3f" /><Relationship Type="http://schemas.openxmlformats.org/officeDocument/2006/relationships/notesSlide" Target="/ppt/notesSlides/notesSlide7.xml" Id="R9ed269a8ec664db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8a9df0756246e5" /><Relationship Type="http://schemas.openxmlformats.org/officeDocument/2006/relationships/notesSlide" Target="/ppt/notesSlides/notesSlide8.xml" Id="R7ed793f5718f481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65a2a9cf04466d" /><Relationship Type="http://schemas.openxmlformats.org/officeDocument/2006/relationships/notesSlide" Target="/ppt/notesSlides/notesSlide9.xml" Id="R9471083dc1a949d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eab5897da646e5" /><Relationship Type="http://schemas.openxmlformats.org/officeDocument/2006/relationships/notesSlide" Target="/ppt/notesSlides/notesSlide10.xml" Id="R89224999dc374c8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e28a4ab23644d5" /><Relationship Type="http://schemas.openxmlformats.org/officeDocument/2006/relationships/notesSlide" Target="/ppt/notesSlides/notesSlide11.xml" Id="R048b2cc9574b405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0c21df9de74541" /><Relationship Type="http://schemas.openxmlformats.org/officeDocument/2006/relationships/notesSlide" Target="/ppt/notesSlides/notesSlide12.xml" Id="R7d814a6d8027492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db5e7e2fbf4f47" /><Relationship Type="http://schemas.openxmlformats.org/officeDocument/2006/relationships/notesSlide" Target="/ppt/notesSlides/notesSlide13.xml" Id="Ra335509ca736483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ca4e29349647fe" /><Relationship Type="http://schemas.openxmlformats.org/officeDocument/2006/relationships/notesSlide" Target="/ppt/notesSlides/notesSlide14.xml" Id="R2369040f34ee403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-0">
            <a:extLst xmlns:a="http://schemas.openxmlformats.org/drawingml/2006/main">
              <a:ext uri="{FF2B5EF4-FFF2-40B4-BE49-F238E27FC236}">
                <a16:creationId xmlns:a16="http://schemas.microsoft.com/office/drawing/2014/main" id="{AD68D653-993F-400C-9626-A0AF6B725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869F9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0869F9"/>
                </a:solidFill>
                <a:latin typeface="Arial"/>
                <a:ea typeface="Arial"/>
                <a:cs typeface="Arial"/>
              </a:rPr>
              <a:t>BiliClass   /   Môn học của thầy cô   /   10–12</a:t>
            </a:r>
          </a:p>
        </p:txBody>
      </p:sp>
      <p:sp>
        <p:nvSpPr>
          <p:cNvPr id="2" name="title-1">
            <a:extLst xmlns:a="http://schemas.openxmlformats.org/drawingml/2006/main">
              <a:ext uri="{FF2B5EF4-FFF2-40B4-BE49-F238E27FC236}">
                <a16:creationId xmlns:a16="http://schemas.microsoft.com/office/drawing/2014/main" id="{B4197E20-63E3-436C-BA58-ADF4AB099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112650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12650"/>
                </a:solidFill>
                <a:latin typeface="Arial"/>
                <a:ea typeface="Arial"/>
                <a:cs typeface="Arial"/>
              </a:rPr>
              <a:t>Mẫu bài giảng song ngữ</a:t>
            </a:r>
          </a:p>
        </p:txBody>
      </p:sp>
      <p:sp>
        <p:nvSpPr>
          <p:cNvPr id="3" name="title-2">
            <a:extLst xmlns:a="http://schemas.openxmlformats.org/drawingml/2006/main">
              <a:ext uri="{FF2B5EF4-FFF2-40B4-BE49-F238E27FC236}">
                <a16:creationId xmlns:a16="http://schemas.microsoft.com/office/drawing/2014/main" id="{52CCBF3B-848B-4FF7-8DB3-46359ECFF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67997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667997"/>
                </a:solidFill>
                <a:latin typeface="Arial"/>
                <a:ea typeface="Arial"/>
                <a:cs typeface="Arial"/>
              </a:rPr>
              <a:t>Tên bài  /  Lesson title</a:t>
            </a:r>
          </a:p>
        </p:txBody>
      </p:sp>
      <p:sp>
        <p:nvSpPr>
          <p:cNvPr id="4" name="title-3">
            <a:extLst xmlns:a="http://schemas.openxmlformats.org/drawingml/2006/main">
              <a:ext uri="{FF2B5EF4-FFF2-40B4-BE49-F238E27FC236}">
                <a16:creationId xmlns:a16="http://schemas.microsoft.com/office/drawing/2014/main" id="{00CAB037-5A20-4D7F-826A-1C88C4A25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66799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667997"/>
                </a:solidFill>
                <a:latin typeface="Arial"/>
                <a:ea typeface="Arial"/>
                <a:cs typeface="Arial"/>
              </a:rPr>
              <a:t>Mẫu cấu trúc · Thay bằng nội dung bài học</a:t>
            </a:r>
          </a:p>
        </p:txBody>
      </p:sp>
      <p:sp>
        <p:nvSpPr>
          <p:cNvPr id="5" name="title-4">
            <a:extLst xmlns:a="http://schemas.openxmlformats.org/drawingml/2006/main">
              <a:ext uri="{FF2B5EF4-FFF2-40B4-BE49-F238E27FC236}">
                <a16:creationId xmlns:a16="http://schemas.microsoft.com/office/drawing/2014/main" id="{5C8561E9-3309-4A71-ACFE-CC2AEC92D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71700"/>
            <a:ext cx="1036320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900" b="1" i="0">
                <a:solidFill>
                  <a:srgbClr val="112650"/>
                </a:solidFill>
                <a:latin typeface="Arial"/>
                <a:ea typeface="Arial"/>
                <a:cs typeface="Arial"/>
              </a:defRPr>
            </a:pPr>
            <a:r>
              <a:rPr sz="3900" b="1" i="0">
                <a:solidFill>
                  <a:srgbClr val="112650"/>
                </a:solidFill>
                <a:latin typeface="Arial"/>
                <a:ea typeface="Arial"/>
                <a:cs typeface="Arial"/>
              </a:rPr>
              <a:t>[Tên bài học]</a:t>
            </a:r>
          </a:p>
          <a:p xmlns:a="http://schemas.openxmlformats.org/drawingml/2006/main">
            <a:pPr algn="l">
              <a:defRPr sz="3900" b="1" i="0">
                <a:solidFill>
                  <a:srgbClr val="112650"/>
                </a:solidFill>
                <a:latin typeface="Arial"/>
                <a:ea typeface="Arial"/>
                <a:cs typeface="Arial"/>
              </a:defRPr>
            </a:pPr>
            <a:r>
              <a:rPr sz="3900" b="1" i="0">
                <a:solidFill>
                  <a:srgbClr val="112650"/>
                </a:solidFill>
                <a:latin typeface="Arial"/>
                <a:ea typeface="Arial"/>
                <a:cs typeface="Arial"/>
              </a:rPr>
              <a:t>[Chủ đề của tiết học]</a:t>
            </a:r>
          </a:p>
        </p:txBody>
      </p:sp>
      <p:sp>
        <p:nvSpPr>
          <p:cNvPr id="6" name="title-5">
            <a:extLst xmlns:a="http://schemas.openxmlformats.org/drawingml/2006/main">
              <a:ext uri="{FF2B5EF4-FFF2-40B4-BE49-F238E27FC236}">
                <a16:creationId xmlns:a16="http://schemas.microsoft.com/office/drawing/2014/main" id="{F98F3803-26B2-4894-B025-5C99E03DA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48150"/>
            <a:ext cx="1036320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900" b="1" i="1">
                <a:solidFill>
                  <a:srgbClr val="0869F9"/>
                </a:solidFill>
                <a:latin typeface="Arial"/>
                <a:ea typeface="Arial"/>
                <a:cs typeface="Arial"/>
              </a:defRPr>
            </a:pPr>
            <a:r>
              <a:rPr sz="3900" b="1" i="1">
                <a:solidFill>
                  <a:srgbClr val="0869F9"/>
                </a:solidFill>
                <a:latin typeface="Arial"/>
                <a:ea typeface="Arial"/>
                <a:cs typeface="Arial"/>
              </a:rPr>
              <a:t>[Lesson title]</a:t>
            </a:r>
          </a:p>
          <a:p xmlns:a="http://schemas.openxmlformats.org/drawingml/2006/main">
            <a:pPr algn="l">
              <a:defRPr sz="3900" b="1" i="1">
                <a:solidFill>
                  <a:srgbClr val="0869F9"/>
                </a:solidFill>
                <a:latin typeface="Arial"/>
                <a:ea typeface="Arial"/>
                <a:cs typeface="Arial"/>
              </a:defRPr>
            </a:pPr>
            <a:r>
              <a:rPr sz="3900" b="1" i="1">
                <a:solidFill>
                  <a:srgbClr val="0869F9"/>
                </a:solidFill>
                <a:latin typeface="Arial"/>
                <a:ea typeface="Arial"/>
                <a:cs typeface="Arial"/>
              </a:rPr>
              <a:t>[Topic of the lesson]</a:t>
            </a:r>
          </a:p>
        </p:txBody>
      </p:sp>
    </p:spTree>
    <p:extLst>
      <p:ext uri="{BB962C8B-B14F-4D97-AF65-F5344CB8AC3E}">
        <p14:creationId xmlns:p14="http://schemas.microsoft.com/office/powerpoint/2010/main" val="209972232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goal-0">
            <a:extLst xmlns:a="http://schemas.openxmlformats.org/drawingml/2006/main">
              <a:ext uri="{FF2B5EF4-FFF2-40B4-BE49-F238E27FC236}">
                <a16:creationId xmlns:a16="http://schemas.microsoft.com/office/drawing/2014/main" id="{E0199145-A110-435A-B78E-9C8DE89D6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869F9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0869F9"/>
                </a:solidFill>
                <a:latin typeface="Arial"/>
                <a:ea typeface="Arial"/>
                <a:cs typeface="Arial"/>
              </a:rPr>
              <a:t>BiliClass   /   Môn học của thầy cô   /   10–12</a:t>
            </a:r>
          </a:p>
        </p:txBody>
      </p:sp>
      <p:sp>
        <p:nvSpPr>
          <p:cNvPr id="2" name="goal-1">
            <a:extLst xmlns:a="http://schemas.openxmlformats.org/drawingml/2006/main">
              <a:ext uri="{FF2B5EF4-FFF2-40B4-BE49-F238E27FC236}">
                <a16:creationId xmlns:a16="http://schemas.microsoft.com/office/drawing/2014/main" id="{461AFBE3-4BE4-427F-A451-E6FE0CCD1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112650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12650"/>
                </a:solidFill>
                <a:latin typeface="Arial"/>
                <a:ea typeface="Arial"/>
                <a:cs typeface="Arial"/>
              </a:rPr>
              <a:t>Mẫu bài giảng song ngữ</a:t>
            </a:r>
          </a:p>
        </p:txBody>
      </p:sp>
      <p:sp>
        <p:nvSpPr>
          <p:cNvPr id="3" name="goal-2">
            <a:extLst xmlns:a="http://schemas.openxmlformats.org/drawingml/2006/main">
              <a:ext uri="{FF2B5EF4-FFF2-40B4-BE49-F238E27FC236}">
                <a16:creationId xmlns:a16="http://schemas.microsoft.com/office/drawing/2014/main" id="{290480AA-EDCB-4A35-82B0-571FA7173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67997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667997"/>
                </a:solidFill>
                <a:latin typeface="Arial"/>
                <a:ea typeface="Arial"/>
                <a:cs typeface="Arial"/>
              </a:rPr>
              <a:t>Mục tiêu  /  Learning goals</a:t>
            </a:r>
          </a:p>
        </p:txBody>
      </p:sp>
      <p:sp>
        <p:nvSpPr>
          <p:cNvPr id="4" name="goal-3">
            <a:extLst xmlns:a="http://schemas.openxmlformats.org/drawingml/2006/main">
              <a:ext uri="{FF2B5EF4-FFF2-40B4-BE49-F238E27FC236}">
                <a16:creationId xmlns:a16="http://schemas.microsoft.com/office/drawing/2014/main" id="{139F871E-D2C7-4A3F-B143-E91F9ED44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66799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667997"/>
                </a:solidFill>
                <a:latin typeface="Arial"/>
                <a:ea typeface="Arial"/>
                <a:cs typeface="Arial"/>
              </a:rPr>
              <a:t>Mẫu cấu trúc · Thay bằng nội dung bài học</a:t>
            </a:r>
          </a:p>
        </p:txBody>
      </p:sp>
      <p:sp>
        <p:nvSpPr>
          <p:cNvPr id="5" name="goal-4">
            <a:extLst xmlns:a="http://schemas.openxmlformats.org/drawingml/2006/main">
              <a:ext uri="{FF2B5EF4-FFF2-40B4-BE49-F238E27FC236}">
                <a16:creationId xmlns:a16="http://schemas.microsoft.com/office/drawing/2014/main" id="{7D17495F-2CC9-4DF5-9461-686BC827D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109728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 i="0">
                <a:solidFill>
                  <a:srgbClr val="112650"/>
                </a:solidFill>
                <a:latin typeface="Arial"/>
                <a:ea typeface="Arial"/>
                <a:cs typeface="Arial"/>
              </a:defRPr>
            </a:pPr>
            <a:r>
              <a:rPr sz="2550" b="0" i="0">
                <a:solidFill>
                  <a:srgbClr val="112650"/>
                </a:solidFill>
                <a:latin typeface="Arial"/>
                <a:ea typeface="Arial"/>
                <a:cs typeface="Arial"/>
              </a:rPr>
              <a:t>[Điều học sinh cần hiểu]</a:t>
            </a:r>
          </a:p>
          <a:p xmlns:a="http://schemas.openxmlformats.org/drawingml/2006/main">
            <a:pPr algn="l">
              <a:defRPr sz="2550" b="0" i="0">
                <a:solidFill>
                  <a:srgbClr val="112650"/>
                </a:solidFill>
                <a:latin typeface="Arial"/>
                <a:ea typeface="Arial"/>
                <a:cs typeface="Arial"/>
              </a:defRPr>
            </a:pPr>
            <a:r>
              <a:rPr sz="2550" b="0" i="0">
                <a:solidFill>
                  <a:srgbClr val="112650"/>
                </a:solidFill>
                <a:latin typeface="Arial"/>
                <a:ea typeface="Arial"/>
                <a:cs typeface="Arial"/>
              </a:rPr>
              <a:t>[Điều học sinh cần làm được]</a:t>
            </a:r>
          </a:p>
        </p:txBody>
      </p:sp>
      <p:sp>
        <p:nvSpPr>
          <p:cNvPr id="6" name="goal-5">
            <a:extLst xmlns:a="http://schemas.openxmlformats.org/drawingml/2006/main">
              <a:ext uri="{FF2B5EF4-FFF2-40B4-BE49-F238E27FC236}">
                <a16:creationId xmlns:a16="http://schemas.microsoft.com/office/drawing/2014/main" id="{83D5E99D-93D9-4478-A8C6-025AA05C9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109728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 i="1">
                <a:solidFill>
                  <a:srgbClr val="0869F9"/>
                </a:solidFill>
                <a:latin typeface="Arial"/>
                <a:ea typeface="Arial"/>
                <a:cs typeface="Arial"/>
              </a:defRPr>
            </a:pPr>
            <a:r>
              <a:rPr sz="2550" b="0" i="1">
                <a:solidFill>
                  <a:srgbClr val="0869F9"/>
                </a:solidFill>
                <a:latin typeface="Arial"/>
                <a:ea typeface="Arial"/>
                <a:cs typeface="Arial"/>
              </a:rPr>
              <a:t>[What students should understand]</a:t>
            </a:r>
          </a:p>
          <a:p xmlns:a="http://schemas.openxmlformats.org/drawingml/2006/main">
            <a:pPr algn="l">
              <a:defRPr sz="2550" b="0" i="1">
                <a:solidFill>
                  <a:srgbClr val="0869F9"/>
                </a:solidFill>
                <a:latin typeface="Arial"/>
                <a:ea typeface="Arial"/>
                <a:cs typeface="Arial"/>
              </a:defRPr>
            </a:pPr>
            <a:r>
              <a:rPr sz="2550" b="0" i="1">
                <a:solidFill>
                  <a:srgbClr val="0869F9"/>
                </a:solidFill>
                <a:latin typeface="Arial"/>
                <a:ea typeface="Arial"/>
                <a:cs typeface="Arial"/>
              </a:rPr>
              <a:t>[What students should be able to do]</a:t>
            </a:r>
          </a:p>
        </p:txBody>
      </p:sp>
    </p:spTree>
    <p:extLst>
      <p:ext uri="{BB962C8B-B14F-4D97-AF65-F5344CB8AC3E}">
        <p14:creationId xmlns:p14="http://schemas.microsoft.com/office/powerpoint/2010/main" val="58316376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warmup-0">
            <a:extLst xmlns:a="http://schemas.openxmlformats.org/drawingml/2006/main">
              <a:ext uri="{FF2B5EF4-FFF2-40B4-BE49-F238E27FC236}">
                <a16:creationId xmlns:a16="http://schemas.microsoft.com/office/drawing/2014/main" id="{3757FFFF-95E9-4796-87C8-7C0C06ED8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869F9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0869F9"/>
                </a:solidFill>
                <a:latin typeface="Arial"/>
                <a:ea typeface="Arial"/>
                <a:cs typeface="Arial"/>
              </a:rPr>
              <a:t>BiliClass   /   Môn học của thầy cô   /   10–12</a:t>
            </a:r>
          </a:p>
        </p:txBody>
      </p:sp>
      <p:sp>
        <p:nvSpPr>
          <p:cNvPr id="2" name="warmup-1">
            <a:extLst xmlns:a="http://schemas.openxmlformats.org/drawingml/2006/main">
              <a:ext uri="{FF2B5EF4-FFF2-40B4-BE49-F238E27FC236}">
                <a16:creationId xmlns:a16="http://schemas.microsoft.com/office/drawing/2014/main" id="{5D109E61-AABB-4199-A4B2-23D5F6539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112650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12650"/>
                </a:solidFill>
                <a:latin typeface="Arial"/>
                <a:ea typeface="Arial"/>
                <a:cs typeface="Arial"/>
              </a:rPr>
              <a:t>Mẫu bài giảng song ngữ</a:t>
            </a:r>
          </a:p>
        </p:txBody>
      </p:sp>
      <p:sp>
        <p:nvSpPr>
          <p:cNvPr id="3" name="warmup-2">
            <a:extLst xmlns:a="http://schemas.openxmlformats.org/drawingml/2006/main">
              <a:ext uri="{FF2B5EF4-FFF2-40B4-BE49-F238E27FC236}">
                <a16:creationId xmlns:a16="http://schemas.microsoft.com/office/drawing/2014/main" id="{142DB59D-97D7-45BF-8571-67742F547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67997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667997"/>
                </a:solidFill>
                <a:latin typeface="Arial"/>
                <a:ea typeface="Arial"/>
                <a:cs typeface="Arial"/>
              </a:rPr>
              <a:t>Khởi động  /  Warm-up</a:t>
            </a:r>
          </a:p>
        </p:txBody>
      </p:sp>
      <p:sp>
        <p:nvSpPr>
          <p:cNvPr id="4" name="warmup-3">
            <a:extLst xmlns:a="http://schemas.openxmlformats.org/drawingml/2006/main">
              <a:ext uri="{FF2B5EF4-FFF2-40B4-BE49-F238E27FC236}">
                <a16:creationId xmlns:a16="http://schemas.microsoft.com/office/drawing/2014/main" id="{61D0789F-F966-4E33-94AF-5A4BC0684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66799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667997"/>
                </a:solidFill>
                <a:latin typeface="Arial"/>
                <a:ea typeface="Arial"/>
                <a:cs typeface="Arial"/>
              </a:rPr>
              <a:t>Mẫu cấu trúc · Thay bằng nội dung bài học</a:t>
            </a:r>
          </a:p>
        </p:txBody>
      </p:sp>
      <p:sp>
        <p:nvSpPr>
          <p:cNvPr id="5" name="warmup-4">
            <a:extLst xmlns:a="http://schemas.openxmlformats.org/drawingml/2006/main">
              <a:ext uri="{FF2B5EF4-FFF2-40B4-BE49-F238E27FC236}">
                <a16:creationId xmlns:a16="http://schemas.microsoft.com/office/drawing/2014/main" id="{678E9B8B-9E84-4239-9E39-96EE74BC1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109728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112650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12650"/>
                </a:solidFill>
                <a:latin typeface="Arial"/>
                <a:ea typeface="Arial"/>
                <a:cs typeface="Arial"/>
              </a:rPr>
              <a:t>[Câu hỏi mở đầu từ bài học]</a:t>
            </a:r>
          </a:p>
          <a:p xmlns:a="http://schemas.openxmlformats.org/drawingml/2006/main">
            <a:pPr algn="l">
              <a:defRPr sz="3000" b="1" i="0">
                <a:solidFill>
                  <a:srgbClr val="112650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12650"/>
                </a:solidFill>
                <a:latin typeface="Arial"/>
                <a:ea typeface="Arial"/>
                <a:cs typeface="Arial"/>
              </a:rPr>
              <a:t>[Thông tin để học sinh quan sát]</a:t>
            </a:r>
          </a:p>
        </p:txBody>
      </p:sp>
      <p:sp>
        <p:nvSpPr>
          <p:cNvPr id="6" name="warmup-5">
            <a:extLst xmlns:a="http://schemas.openxmlformats.org/drawingml/2006/main">
              <a:ext uri="{FF2B5EF4-FFF2-40B4-BE49-F238E27FC236}">
                <a16:creationId xmlns:a16="http://schemas.microsoft.com/office/drawing/2014/main" id="{1D80D23A-079D-4D1A-B838-4BD878825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109728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 i="1">
                <a:solidFill>
                  <a:srgbClr val="0869F9"/>
                </a:solidFill>
                <a:latin typeface="Arial"/>
                <a:ea typeface="Arial"/>
                <a:cs typeface="Arial"/>
              </a:defRPr>
            </a:pPr>
            <a:r>
              <a:rPr sz="3000" b="1" i="1">
                <a:solidFill>
                  <a:srgbClr val="0869F9"/>
                </a:solidFill>
                <a:latin typeface="Arial"/>
                <a:ea typeface="Arial"/>
                <a:cs typeface="Arial"/>
              </a:rPr>
              <a:t>[Opening question from the lesson]</a:t>
            </a:r>
          </a:p>
          <a:p xmlns:a="http://schemas.openxmlformats.org/drawingml/2006/main">
            <a:pPr algn="l">
              <a:defRPr sz="3000" b="1" i="1">
                <a:solidFill>
                  <a:srgbClr val="0869F9"/>
                </a:solidFill>
                <a:latin typeface="Arial"/>
                <a:ea typeface="Arial"/>
                <a:cs typeface="Arial"/>
              </a:defRPr>
            </a:pPr>
            <a:r>
              <a:rPr sz="3000" b="1" i="1">
                <a:solidFill>
                  <a:srgbClr val="0869F9"/>
                </a:solidFill>
                <a:latin typeface="Arial"/>
                <a:ea typeface="Arial"/>
                <a:cs typeface="Arial"/>
              </a:rPr>
              <a:t>[Information for students to observe]</a:t>
            </a:r>
          </a:p>
        </p:txBody>
      </p:sp>
    </p:spTree>
    <p:extLst>
      <p:ext uri="{BB962C8B-B14F-4D97-AF65-F5344CB8AC3E}">
        <p14:creationId xmlns:p14="http://schemas.microsoft.com/office/powerpoint/2010/main" val="27637340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vocabulary-0">
            <a:extLst xmlns:a="http://schemas.openxmlformats.org/drawingml/2006/main">
              <a:ext uri="{FF2B5EF4-FFF2-40B4-BE49-F238E27FC236}">
                <a16:creationId xmlns:a16="http://schemas.microsoft.com/office/drawing/2014/main" id="{D73B6CCB-D58D-4DD4-ADC3-4999E9557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869F9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0869F9"/>
                </a:solidFill>
                <a:latin typeface="Arial"/>
                <a:ea typeface="Arial"/>
                <a:cs typeface="Arial"/>
              </a:rPr>
              <a:t>BiliClass   /   Môn học của thầy cô   /   10–12</a:t>
            </a:r>
          </a:p>
        </p:txBody>
      </p:sp>
      <p:sp>
        <p:nvSpPr>
          <p:cNvPr id="2" name="vocabulary-1">
            <a:extLst xmlns:a="http://schemas.openxmlformats.org/drawingml/2006/main">
              <a:ext uri="{FF2B5EF4-FFF2-40B4-BE49-F238E27FC236}">
                <a16:creationId xmlns:a16="http://schemas.microsoft.com/office/drawing/2014/main" id="{4F94B9E2-8143-4221-A3FE-79A961D2E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112650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12650"/>
                </a:solidFill>
                <a:latin typeface="Arial"/>
                <a:ea typeface="Arial"/>
                <a:cs typeface="Arial"/>
              </a:rPr>
              <a:t>Mẫu bài giảng song ngữ</a:t>
            </a:r>
          </a:p>
        </p:txBody>
      </p:sp>
      <p:sp>
        <p:nvSpPr>
          <p:cNvPr id="3" name="vocabulary-2">
            <a:extLst xmlns:a="http://schemas.openxmlformats.org/drawingml/2006/main">
              <a:ext uri="{FF2B5EF4-FFF2-40B4-BE49-F238E27FC236}">
                <a16:creationId xmlns:a16="http://schemas.microsoft.com/office/drawing/2014/main" id="{2397C2A7-81F7-434F-B52F-531E35E41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67997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667997"/>
                </a:solidFill>
                <a:latin typeface="Arial"/>
                <a:ea typeface="Arial"/>
                <a:cs typeface="Arial"/>
              </a:rPr>
              <a:t>Từ khóa song ngữ  /  Key vocabulary</a:t>
            </a:r>
          </a:p>
        </p:txBody>
      </p:sp>
      <p:sp>
        <p:nvSpPr>
          <p:cNvPr id="4" name="vocabulary-3">
            <a:extLst xmlns:a="http://schemas.openxmlformats.org/drawingml/2006/main">
              <a:ext uri="{FF2B5EF4-FFF2-40B4-BE49-F238E27FC236}">
                <a16:creationId xmlns:a16="http://schemas.microsoft.com/office/drawing/2014/main" id="{767EF466-AB4B-4666-8554-B5F9C8128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66799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667997"/>
                </a:solidFill>
                <a:latin typeface="Arial"/>
                <a:ea typeface="Arial"/>
                <a:cs typeface="Arial"/>
              </a:rPr>
              <a:t>Mẫu cấu trúc · Thay bằng nội dung bài học</a:t>
            </a:r>
          </a:p>
        </p:txBody>
      </p:sp>
      <p:sp>
        <p:nvSpPr>
          <p:cNvPr id="5" name="vocabulary-4">
            <a:extLst xmlns:a="http://schemas.openxmlformats.org/drawingml/2006/main">
              <a:ext uri="{FF2B5EF4-FFF2-40B4-BE49-F238E27FC236}">
                <a16:creationId xmlns:a16="http://schemas.microsoft.com/office/drawing/2014/main" id="{FA587276-3C03-442A-BF49-73A2D9C72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109728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 i="0">
                <a:solidFill>
                  <a:srgbClr val="112650"/>
                </a:solidFill>
                <a:latin typeface="Arial"/>
                <a:ea typeface="Arial"/>
                <a:cs typeface="Arial"/>
              </a:defRPr>
            </a:pPr>
            <a:r>
              <a:rPr sz="2550" b="0" i="0">
                <a:solidFill>
                  <a:srgbClr val="112650"/>
                </a:solidFill>
                <a:latin typeface="Arial"/>
                <a:ea typeface="Arial"/>
                <a:cs typeface="Arial"/>
              </a:rPr>
              <a:t>[Thuật ngữ thứ nhất]</a:t>
            </a:r>
          </a:p>
          <a:p xmlns:a="http://schemas.openxmlformats.org/drawingml/2006/main">
            <a:pPr algn="l">
              <a:defRPr sz="2550" b="0" i="0">
                <a:solidFill>
                  <a:srgbClr val="112650"/>
                </a:solidFill>
                <a:latin typeface="Arial"/>
                <a:ea typeface="Arial"/>
                <a:cs typeface="Arial"/>
              </a:defRPr>
            </a:pPr>
            <a:r>
              <a:rPr sz="2550" b="0" i="0">
                <a:solidFill>
                  <a:srgbClr val="112650"/>
                </a:solidFill>
                <a:latin typeface="Arial"/>
                <a:ea typeface="Arial"/>
                <a:cs typeface="Arial"/>
              </a:rPr>
              <a:t>[Thuật ngữ thứ hai]</a:t>
            </a:r>
          </a:p>
          <a:p xmlns:a="http://schemas.openxmlformats.org/drawingml/2006/main">
            <a:pPr algn="l">
              <a:defRPr sz="2550" b="0" i="0">
                <a:solidFill>
                  <a:srgbClr val="112650"/>
                </a:solidFill>
                <a:latin typeface="Arial"/>
                <a:ea typeface="Arial"/>
                <a:cs typeface="Arial"/>
              </a:defRPr>
            </a:pPr>
            <a:r>
              <a:rPr sz="2550" b="0" i="0">
                <a:solidFill>
                  <a:srgbClr val="112650"/>
                </a:solidFill>
                <a:latin typeface="Arial"/>
                <a:ea typeface="Arial"/>
                <a:cs typeface="Arial"/>
              </a:rPr>
              <a:t>[Thuật ngữ thứ ba]</a:t>
            </a:r>
          </a:p>
        </p:txBody>
      </p:sp>
      <p:sp>
        <p:nvSpPr>
          <p:cNvPr id="6" name="vocabulary-5">
            <a:extLst xmlns:a="http://schemas.openxmlformats.org/drawingml/2006/main">
              <a:ext uri="{FF2B5EF4-FFF2-40B4-BE49-F238E27FC236}">
                <a16:creationId xmlns:a16="http://schemas.microsoft.com/office/drawing/2014/main" id="{FDADDDE2-FC8C-4165-A3B4-6F96C0717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109728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 i="1">
                <a:solidFill>
                  <a:srgbClr val="0869F9"/>
                </a:solidFill>
                <a:latin typeface="Arial"/>
                <a:ea typeface="Arial"/>
                <a:cs typeface="Arial"/>
              </a:defRPr>
            </a:pPr>
            <a:r>
              <a:rPr sz="2550" b="0" i="1">
                <a:solidFill>
                  <a:srgbClr val="0869F9"/>
                </a:solidFill>
                <a:latin typeface="Arial"/>
                <a:ea typeface="Arial"/>
                <a:cs typeface="Arial"/>
              </a:rPr>
              <a:t>[First term]</a:t>
            </a:r>
          </a:p>
          <a:p xmlns:a="http://schemas.openxmlformats.org/drawingml/2006/main">
            <a:pPr algn="l">
              <a:defRPr sz="2550" b="0" i="1">
                <a:solidFill>
                  <a:srgbClr val="0869F9"/>
                </a:solidFill>
                <a:latin typeface="Arial"/>
                <a:ea typeface="Arial"/>
                <a:cs typeface="Arial"/>
              </a:defRPr>
            </a:pPr>
            <a:r>
              <a:rPr sz="2550" b="0" i="1">
                <a:solidFill>
                  <a:srgbClr val="0869F9"/>
                </a:solidFill>
                <a:latin typeface="Arial"/>
                <a:ea typeface="Arial"/>
                <a:cs typeface="Arial"/>
              </a:rPr>
              <a:t>[Second term]</a:t>
            </a:r>
          </a:p>
          <a:p xmlns:a="http://schemas.openxmlformats.org/drawingml/2006/main">
            <a:pPr algn="l">
              <a:defRPr sz="2550" b="0" i="1">
                <a:solidFill>
                  <a:srgbClr val="0869F9"/>
                </a:solidFill>
                <a:latin typeface="Arial"/>
                <a:ea typeface="Arial"/>
                <a:cs typeface="Arial"/>
              </a:defRPr>
            </a:pPr>
            <a:r>
              <a:rPr sz="2550" b="0" i="1">
                <a:solidFill>
                  <a:srgbClr val="0869F9"/>
                </a:solidFill>
                <a:latin typeface="Arial"/>
                <a:ea typeface="Arial"/>
                <a:cs typeface="Arial"/>
              </a:rPr>
              <a:t>[Third term]</a:t>
            </a:r>
          </a:p>
        </p:txBody>
      </p:sp>
    </p:spTree>
    <p:extLst>
      <p:ext uri="{BB962C8B-B14F-4D97-AF65-F5344CB8AC3E}">
        <p14:creationId xmlns:p14="http://schemas.microsoft.com/office/powerpoint/2010/main" val="159077346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oncept-0">
            <a:extLst xmlns:a="http://schemas.openxmlformats.org/drawingml/2006/main">
              <a:ext uri="{FF2B5EF4-FFF2-40B4-BE49-F238E27FC236}">
                <a16:creationId xmlns:a16="http://schemas.microsoft.com/office/drawing/2014/main" id="{077DFD8E-49A2-457C-8B47-23B388B54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869F9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0869F9"/>
                </a:solidFill>
                <a:latin typeface="Arial"/>
                <a:ea typeface="Arial"/>
                <a:cs typeface="Arial"/>
              </a:rPr>
              <a:t>BiliClass   /   Môn học của thầy cô   /   10–12</a:t>
            </a:r>
          </a:p>
        </p:txBody>
      </p:sp>
      <p:sp>
        <p:nvSpPr>
          <p:cNvPr id="2" name="concept-1">
            <a:extLst xmlns:a="http://schemas.openxmlformats.org/drawingml/2006/main">
              <a:ext uri="{FF2B5EF4-FFF2-40B4-BE49-F238E27FC236}">
                <a16:creationId xmlns:a16="http://schemas.microsoft.com/office/drawing/2014/main" id="{83C7576C-955F-42BA-A340-BC86CF474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112650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12650"/>
                </a:solidFill>
                <a:latin typeface="Arial"/>
                <a:ea typeface="Arial"/>
                <a:cs typeface="Arial"/>
              </a:rPr>
              <a:t>Mẫu bài giảng song ngữ</a:t>
            </a:r>
          </a:p>
        </p:txBody>
      </p:sp>
      <p:sp>
        <p:nvSpPr>
          <p:cNvPr id="3" name="concept-2">
            <a:extLst xmlns:a="http://schemas.openxmlformats.org/drawingml/2006/main">
              <a:ext uri="{FF2B5EF4-FFF2-40B4-BE49-F238E27FC236}">
                <a16:creationId xmlns:a16="http://schemas.microsoft.com/office/drawing/2014/main" id="{1479BCDD-BF1C-4FCC-98A6-828F988C5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67997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667997"/>
                </a:solidFill>
                <a:latin typeface="Arial"/>
                <a:ea typeface="Arial"/>
                <a:cs typeface="Arial"/>
              </a:rPr>
              <a:t>Khái niệm  /  Concept</a:t>
            </a:r>
          </a:p>
        </p:txBody>
      </p:sp>
      <p:sp>
        <p:nvSpPr>
          <p:cNvPr id="4" name="concept-3">
            <a:extLst xmlns:a="http://schemas.openxmlformats.org/drawingml/2006/main">
              <a:ext uri="{FF2B5EF4-FFF2-40B4-BE49-F238E27FC236}">
                <a16:creationId xmlns:a16="http://schemas.microsoft.com/office/drawing/2014/main" id="{50F41503-DA4B-4E6D-A963-63C556252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66799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667997"/>
                </a:solidFill>
                <a:latin typeface="Arial"/>
                <a:ea typeface="Arial"/>
                <a:cs typeface="Arial"/>
              </a:rPr>
              <a:t>Mẫu cấu trúc · Thay bằng nội dung bài học</a:t>
            </a:r>
          </a:p>
        </p:txBody>
      </p:sp>
      <p:sp>
        <p:nvSpPr>
          <p:cNvPr id="5" name="concept-4">
            <a:extLst xmlns:a="http://schemas.openxmlformats.org/drawingml/2006/main">
              <a:ext uri="{FF2B5EF4-FFF2-40B4-BE49-F238E27FC236}">
                <a16:creationId xmlns:a16="http://schemas.microsoft.com/office/drawing/2014/main" id="{2A4B3DB6-C22B-452D-997C-E3785236D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109728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 i="0">
                <a:solidFill>
                  <a:srgbClr val="112650"/>
                </a:solidFill>
                <a:latin typeface="Arial"/>
                <a:ea typeface="Arial"/>
                <a:cs typeface="Arial"/>
              </a:defRPr>
            </a:pPr>
            <a:r>
              <a:rPr sz="2550" b="0" i="0">
                <a:solidFill>
                  <a:srgbClr val="112650"/>
                </a:solidFill>
                <a:latin typeface="Arial"/>
                <a:ea typeface="Arial"/>
                <a:cs typeface="Arial"/>
              </a:rPr>
              <a:t>[Tên khái niệm]</a:t>
            </a:r>
          </a:p>
          <a:p xmlns:a="http://schemas.openxmlformats.org/drawingml/2006/main">
            <a:pPr algn="l">
              <a:defRPr sz="2550" b="0" i="0">
                <a:solidFill>
                  <a:srgbClr val="112650"/>
                </a:solidFill>
                <a:latin typeface="Arial"/>
                <a:ea typeface="Arial"/>
                <a:cs typeface="Arial"/>
              </a:defRPr>
            </a:pPr>
            <a:r>
              <a:rPr sz="2550" b="0" i="0">
                <a:solidFill>
                  <a:srgbClr val="112650"/>
                </a:solidFill>
                <a:latin typeface="Arial"/>
                <a:ea typeface="Arial"/>
                <a:cs typeface="Arial"/>
              </a:rPr>
              <a:t>[Định nghĩa lấy từ tài liệu đã kiểm tra]</a:t>
            </a:r>
          </a:p>
        </p:txBody>
      </p:sp>
      <p:sp>
        <p:nvSpPr>
          <p:cNvPr id="6" name="concept-5">
            <a:extLst xmlns:a="http://schemas.openxmlformats.org/drawingml/2006/main">
              <a:ext uri="{FF2B5EF4-FFF2-40B4-BE49-F238E27FC236}">
                <a16:creationId xmlns:a16="http://schemas.microsoft.com/office/drawing/2014/main" id="{2DE2EB2F-A183-47A8-AE7E-7D9537986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109728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 i="1">
                <a:solidFill>
                  <a:srgbClr val="0869F9"/>
                </a:solidFill>
                <a:latin typeface="Arial"/>
                <a:ea typeface="Arial"/>
                <a:cs typeface="Arial"/>
              </a:defRPr>
            </a:pPr>
            <a:r>
              <a:rPr sz="2550" b="0" i="1">
                <a:solidFill>
                  <a:srgbClr val="0869F9"/>
                </a:solidFill>
                <a:latin typeface="Arial"/>
                <a:ea typeface="Arial"/>
                <a:cs typeface="Arial"/>
              </a:rPr>
              <a:t>[Concept name]</a:t>
            </a:r>
          </a:p>
          <a:p xmlns:a="http://schemas.openxmlformats.org/drawingml/2006/main">
            <a:pPr algn="l">
              <a:defRPr sz="2550" b="0" i="1">
                <a:solidFill>
                  <a:srgbClr val="0869F9"/>
                </a:solidFill>
                <a:latin typeface="Arial"/>
                <a:ea typeface="Arial"/>
                <a:cs typeface="Arial"/>
              </a:defRPr>
            </a:pPr>
            <a:r>
              <a:rPr sz="2550" b="0" i="1">
                <a:solidFill>
                  <a:srgbClr val="0869F9"/>
                </a:solidFill>
                <a:latin typeface="Arial"/>
                <a:ea typeface="Arial"/>
                <a:cs typeface="Arial"/>
              </a:rPr>
              <a:t>[Definition from the checked source]</a:t>
            </a:r>
          </a:p>
        </p:txBody>
      </p:sp>
    </p:spTree>
    <p:extLst>
      <p:ext uri="{BB962C8B-B14F-4D97-AF65-F5344CB8AC3E}">
        <p14:creationId xmlns:p14="http://schemas.microsoft.com/office/powerpoint/2010/main" val="99723671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explanation-0">
            <a:extLst xmlns:a="http://schemas.openxmlformats.org/drawingml/2006/main">
              <a:ext uri="{FF2B5EF4-FFF2-40B4-BE49-F238E27FC236}">
                <a16:creationId xmlns:a16="http://schemas.microsoft.com/office/drawing/2014/main" id="{ED14EF56-F75F-4DC5-800D-024A6F72A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869F9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0869F9"/>
                </a:solidFill>
                <a:latin typeface="Arial"/>
                <a:ea typeface="Arial"/>
                <a:cs typeface="Arial"/>
              </a:rPr>
              <a:t>BiliClass   /   Môn học của thầy cô   /   10–12</a:t>
            </a:r>
          </a:p>
        </p:txBody>
      </p:sp>
      <p:sp>
        <p:nvSpPr>
          <p:cNvPr id="2" name="explanation-1">
            <a:extLst xmlns:a="http://schemas.openxmlformats.org/drawingml/2006/main">
              <a:ext uri="{FF2B5EF4-FFF2-40B4-BE49-F238E27FC236}">
                <a16:creationId xmlns:a16="http://schemas.microsoft.com/office/drawing/2014/main" id="{1A4BB6A0-513E-43D4-8C50-E411C77FA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112650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12650"/>
                </a:solidFill>
                <a:latin typeface="Arial"/>
                <a:ea typeface="Arial"/>
                <a:cs typeface="Arial"/>
              </a:rPr>
              <a:t>Mẫu bài giảng song ngữ</a:t>
            </a:r>
          </a:p>
        </p:txBody>
      </p:sp>
      <p:sp>
        <p:nvSpPr>
          <p:cNvPr id="3" name="explanation-2">
            <a:extLst xmlns:a="http://schemas.openxmlformats.org/drawingml/2006/main">
              <a:ext uri="{FF2B5EF4-FFF2-40B4-BE49-F238E27FC236}">
                <a16:creationId xmlns:a16="http://schemas.microsoft.com/office/drawing/2014/main" id="{1E7CFE1B-9474-4472-AA8A-629422669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67997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667997"/>
                </a:solidFill>
                <a:latin typeface="Arial"/>
                <a:ea typeface="Arial"/>
                <a:cs typeface="Arial"/>
              </a:rPr>
              <a:t>Giải thích  /  Explanation</a:t>
            </a:r>
          </a:p>
        </p:txBody>
      </p:sp>
      <p:sp>
        <p:nvSpPr>
          <p:cNvPr id="4" name="explanation-3">
            <a:extLst xmlns:a="http://schemas.openxmlformats.org/drawingml/2006/main">
              <a:ext uri="{FF2B5EF4-FFF2-40B4-BE49-F238E27FC236}">
                <a16:creationId xmlns:a16="http://schemas.microsoft.com/office/drawing/2014/main" id="{5B5AB308-01B7-41A9-8D39-CA0216A2B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66799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667997"/>
                </a:solidFill>
                <a:latin typeface="Arial"/>
                <a:ea typeface="Arial"/>
                <a:cs typeface="Arial"/>
              </a:rPr>
              <a:t>Mẫu cấu trúc · Thay bằng nội dung bài học</a:t>
            </a:r>
          </a:p>
        </p:txBody>
      </p:sp>
      <p:sp>
        <p:nvSpPr>
          <p:cNvPr id="5" name="explanation-4">
            <a:extLst xmlns:a="http://schemas.openxmlformats.org/drawingml/2006/main">
              <a:ext uri="{FF2B5EF4-FFF2-40B4-BE49-F238E27FC236}">
                <a16:creationId xmlns:a16="http://schemas.microsoft.com/office/drawing/2014/main" id="{5647BD0B-C118-462A-A184-89C97B644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109728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 i="0">
                <a:solidFill>
                  <a:srgbClr val="112650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112650"/>
                </a:solidFill>
                <a:latin typeface="Arial"/>
                <a:ea typeface="Arial"/>
                <a:cs typeface="Arial"/>
              </a:rPr>
              <a:t>[Ý chính cần giải thích]</a:t>
            </a:r>
          </a:p>
          <a:p xmlns:a="http://schemas.openxmlformats.org/drawingml/2006/main">
            <a:pPr algn="l">
              <a:defRPr sz="2400" b="0" i="0">
                <a:solidFill>
                  <a:srgbClr val="112650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112650"/>
                </a:solidFill>
                <a:latin typeface="Arial"/>
                <a:ea typeface="Arial"/>
                <a:cs typeface="Arial"/>
              </a:rPr>
              <a:t>[Mối liên hệ trong nội dung bài học]</a:t>
            </a:r>
          </a:p>
        </p:txBody>
      </p:sp>
      <p:sp>
        <p:nvSpPr>
          <p:cNvPr id="6" name="explanation-5">
            <a:extLst xmlns:a="http://schemas.openxmlformats.org/drawingml/2006/main">
              <a:ext uri="{FF2B5EF4-FFF2-40B4-BE49-F238E27FC236}">
                <a16:creationId xmlns:a16="http://schemas.microsoft.com/office/drawing/2014/main" id="{834B1187-8003-4381-A2DF-5F8192766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109728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 i="1">
                <a:solidFill>
                  <a:srgbClr val="0869F9"/>
                </a:solidFill>
                <a:latin typeface="Arial"/>
                <a:ea typeface="Arial"/>
                <a:cs typeface="Arial"/>
              </a:defRPr>
            </a:pPr>
            <a:r>
              <a:rPr sz="2400" b="0" i="1">
                <a:solidFill>
                  <a:srgbClr val="0869F9"/>
                </a:solidFill>
                <a:latin typeface="Arial"/>
                <a:ea typeface="Arial"/>
                <a:cs typeface="Arial"/>
              </a:rPr>
              <a:t>[Main idea to explain]</a:t>
            </a:r>
          </a:p>
          <a:p xmlns:a="http://schemas.openxmlformats.org/drawingml/2006/main">
            <a:pPr algn="l">
              <a:defRPr sz="2400" b="0" i="1">
                <a:solidFill>
                  <a:srgbClr val="0869F9"/>
                </a:solidFill>
                <a:latin typeface="Arial"/>
                <a:ea typeface="Arial"/>
                <a:cs typeface="Arial"/>
              </a:defRPr>
            </a:pPr>
            <a:r>
              <a:rPr sz="2400" b="0" i="1">
                <a:solidFill>
                  <a:srgbClr val="0869F9"/>
                </a:solidFill>
                <a:latin typeface="Arial"/>
                <a:ea typeface="Arial"/>
                <a:cs typeface="Arial"/>
              </a:rPr>
              <a:t>[Relationship within the lesson content]</a:t>
            </a:r>
          </a:p>
        </p:txBody>
      </p:sp>
    </p:spTree>
    <p:extLst>
      <p:ext uri="{BB962C8B-B14F-4D97-AF65-F5344CB8AC3E}">
        <p14:creationId xmlns:p14="http://schemas.microsoft.com/office/powerpoint/2010/main" val="8458182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visual-0">
            <a:extLst xmlns:a="http://schemas.openxmlformats.org/drawingml/2006/main">
              <a:ext uri="{FF2B5EF4-FFF2-40B4-BE49-F238E27FC236}">
                <a16:creationId xmlns:a16="http://schemas.microsoft.com/office/drawing/2014/main" id="{E990425D-3BFC-47D0-84C3-E5B6EEAC1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869F9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0869F9"/>
                </a:solidFill>
                <a:latin typeface="Arial"/>
                <a:ea typeface="Arial"/>
                <a:cs typeface="Arial"/>
              </a:rPr>
              <a:t>BiliClass   /   Môn học của thầy cô   /   10–12</a:t>
            </a:r>
          </a:p>
        </p:txBody>
      </p:sp>
      <p:sp>
        <p:nvSpPr>
          <p:cNvPr id="2" name="visual-1">
            <a:extLst xmlns:a="http://schemas.openxmlformats.org/drawingml/2006/main">
              <a:ext uri="{FF2B5EF4-FFF2-40B4-BE49-F238E27FC236}">
                <a16:creationId xmlns:a16="http://schemas.microsoft.com/office/drawing/2014/main" id="{07FB2304-1236-4D60-B6B9-A52E2CCCC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112650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12650"/>
                </a:solidFill>
                <a:latin typeface="Arial"/>
                <a:ea typeface="Arial"/>
                <a:cs typeface="Arial"/>
              </a:rPr>
              <a:t>Mẫu bài giảng song ngữ</a:t>
            </a:r>
          </a:p>
        </p:txBody>
      </p:sp>
      <p:sp>
        <p:nvSpPr>
          <p:cNvPr id="3" name="visual-2">
            <a:extLst xmlns:a="http://schemas.openxmlformats.org/drawingml/2006/main">
              <a:ext uri="{FF2B5EF4-FFF2-40B4-BE49-F238E27FC236}">
                <a16:creationId xmlns:a16="http://schemas.microsoft.com/office/drawing/2014/main" id="{2960EC28-22D3-4EE0-B939-EEB4D2CE3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67997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667997"/>
                </a:solidFill>
                <a:latin typeface="Arial"/>
                <a:ea typeface="Arial"/>
                <a:cs typeface="Arial"/>
              </a:rPr>
              <a:t>Hình và chú thích  /  Visual explanation</a:t>
            </a:r>
          </a:p>
        </p:txBody>
      </p:sp>
      <p:sp>
        <p:nvSpPr>
          <p:cNvPr id="4" name="visual-3">
            <a:extLst xmlns:a="http://schemas.openxmlformats.org/drawingml/2006/main">
              <a:ext uri="{FF2B5EF4-FFF2-40B4-BE49-F238E27FC236}">
                <a16:creationId xmlns:a16="http://schemas.microsoft.com/office/drawing/2014/main" id="{C3271E9D-060C-4A2B-84D0-4E625BBC9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66799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667997"/>
                </a:solidFill>
                <a:latin typeface="Arial"/>
                <a:ea typeface="Arial"/>
                <a:cs typeface="Arial"/>
              </a:rPr>
              <a:t>Mẫu cấu trúc · Thay bằng nội dung bài học</a:t>
            </a:r>
          </a:p>
        </p:txBody>
      </p:sp>
      <p:sp>
        <p:nvSpPr>
          <p:cNvPr id="5" name="visual-4">
            <a:extLst xmlns:a="http://schemas.openxmlformats.org/drawingml/2006/main">
              <a:ext uri="{FF2B5EF4-FFF2-40B4-BE49-F238E27FC236}">
                <a16:creationId xmlns:a16="http://schemas.microsoft.com/office/drawing/2014/main" id="{F20C4877-E29E-4637-96E3-8208AAC70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048000"/>
            <a:ext cx="43434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0" i="0">
                <a:solidFill>
                  <a:srgbClr val="667997"/>
                </a:solidFill>
                <a:latin typeface="Arial"/>
                <a:ea typeface="Arial"/>
                <a:cs typeface="Arial"/>
              </a:defRPr>
            </a:pPr>
            <a:r>
              <a:rPr sz="2100" b="0" i="0">
                <a:solidFill>
                  <a:srgbClr val="667997"/>
                </a:solidFill>
                <a:latin typeface="Arial"/>
                <a:ea typeface="Arial"/>
                <a:cs typeface="Arial"/>
              </a:rPr>
              <a:t>[Hình từ tài liệu bài học]</a:t>
            </a:r>
          </a:p>
          <a:p xmlns:a="http://schemas.openxmlformats.org/drawingml/2006/main">
            <a:pPr algn="ctr">
              <a:defRPr sz="2100" b="0" i="0">
                <a:solidFill>
                  <a:srgbClr val="667997"/>
                </a:solidFill>
                <a:latin typeface="Arial"/>
                <a:ea typeface="Arial"/>
                <a:cs typeface="Arial"/>
              </a:defRPr>
            </a:pPr>
            <a:r>
              <a:rPr sz="2100" b="0" i="0">
                <a:solidFill>
                  <a:srgbClr val="667997"/>
                </a:solidFill>
                <a:latin typeface="Arial"/>
                <a:ea typeface="Arial"/>
                <a:cs typeface="Arial"/>
              </a:rPr>
              <a:t>[Image from the lesson source]</a:t>
            </a:r>
          </a:p>
        </p:txBody>
      </p:sp>
      <p:sp>
        <p:nvSpPr>
          <p:cNvPr id="6" name="visual-5">
            <a:extLst xmlns:a="http://schemas.openxmlformats.org/drawingml/2006/main">
              <a:ext uri="{FF2B5EF4-FFF2-40B4-BE49-F238E27FC236}">
                <a16:creationId xmlns:a16="http://schemas.microsoft.com/office/drawing/2014/main" id="{66161D3F-43F7-4DBD-B42D-A9ECBDE63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52197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 i="0">
                <a:solidFill>
                  <a:srgbClr val="112650"/>
                </a:solidFill>
                <a:latin typeface="Arial"/>
                <a:ea typeface="Arial"/>
                <a:cs typeface="Arial"/>
              </a:defRPr>
            </a:pPr>
            <a:r>
              <a:rPr sz="2250" b="0" i="0">
                <a:solidFill>
                  <a:srgbClr val="112650"/>
                </a:solidFill>
                <a:latin typeface="Arial"/>
                <a:ea typeface="Arial"/>
                <a:cs typeface="Arial"/>
              </a:rPr>
              <a:t>[Điều cần quan sát trong hình]</a:t>
            </a:r>
          </a:p>
          <a:p xmlns:a="http://schemas.openxmlformats.org/drawingml/2006/main">
            <a:pPr algn="l">
              <a:defRPr sz="2250" b="0" i="0">
                <a:solidFill>
                  <a:srgbClr val="112650"/>
                </a:solidFill>
                <a:latin typeface="Arial"/>
                <a:ea typeface="Arial"/>
                <a:cs typeface="Arial"/>
              </a:defRPr>
            </a:pPr>
            <a:r>
              <a:rPr sz="2250" b="0" i="0">
                <a:solidFill>
                  <a:srgbClr val="112650"/>
                </a:solidFill>
                <a:latin typeface="Arial"/>
                <a:ea typeface="Arial"/>
                <a:cs typeface="Arial"/>
              </a:rPr>
              <a:t>[Chú thích từ tài liệu nguồn]</a:t>
            </a:r>
          </a:p>
        </p:txBody>
      </p:sp>
      <p:sp>
        <p:nvSpPr>
          <p:cNvPr id="7" name="visual-6">
            <a:extLst xmlns:a="http://schemas.openxmlformats.org/drawingml/2006/main">
              <a:ext uri="{FF2B5EF4-FFF2-40B4-BE49-F238E27FC236}">
                <a16:creationId xmlns:a16="http://schemas.microsoft.com/office/drawing/2014/main" id="{F61F0D52-D219-4593-ABBB-DC5AF677F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52197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 i="1">
                <a:solidFill>
                  <a:srgbClr val="0869F9"/>
                </a:solidFill>
                <a:latin typeface="Arial"/>
                <a:ea typeface="Arial"/>
                <a:cs typeface="Arial"/>
              </a:defRPr>
            </a:pPr>
            <a:r>
              <a:rPr sz="2250" b="0" i="1">
                <a:solidFill>
                  <a:srgbClr val="0869F9"/>
                </a:solidFill>
                <a:latin typeface="Arial"/>
                <a:ea typeface="Arial"/>
                <a:cs typeface="Arial"/>
              </a:rPr>
              <a:t>[What to observe in the image]</a:t>
            </a:r>
          </a:p>
          <a:p xmlns:a="http://schemas.openxmlformats.org/drawingml/2006/main">
            <a:pPr algn="l">
              <a:defRPr sz="2250" b="0" i="1">
                <a:solidFill>
                  <a:srgbClr val="0869F9"/>
                </a:solidFill>
                <a:latin typeface="Arial"/>
                <a:ea typeface="Arial"/>
                <a:cs typeface="Arial"/>
              </a:defRPr>
            </a:pPr>
            <a:r>
              <a:rPr sz="2250" b="0" i="1">
                <a:solidFill>
                  <a:srgbClr val="0869F9"/>
                </a:solidFill>
                <a:latin typeface="Arial"/>
                <a:ea typeface="Arial"/>
                <a:cs typeface="Arial"/>
              </a:rPr>
              <a:t>[Caption from the source document]</a:t>
            </a:r>
          </a:p>
        </p:txBody>
      </p:sp>
    </p:spTree>
    <p:extLst>
      <p:ext uri="{BB962C8B-B14F-4D97-AF65-F5344CB8AC3E}">
        <p14:creationId xmlns:p14="http://schemas.microsoft.com/office/powerpoint/2010/main" val="157266656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ompare-0">
            <a:extLst xmlns:a="http://schemas.openxmlformats.org/drawingml/2006/main">
              <a:ext uri="{FF2B5EF4-FFF2-40B4-BE49-F238E27FC236}">
                <a16:creationId xmlns:a16="http://schemas.microsoft.com/office/drawing/2014/main" id="{F8FB01E3-10D9-4E0E-9953-E0E3BC077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869F9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0869F9"/>
                </a:solidFill>
                <a:latin typeface="Arial"/>
                <a:ea typeface="Arial"/>
                <a:cs typeface="Arial"/>
              </a:rPr>
              <a:t>BiliClass   /   Môn học của thầy cô   /   10–12</a:t>
            </a:r>
          </a:p>
        </p:txBody>
      </p:sp>
      <p:sp>
        <p:nvSpPr>
          <p:cNvPr id="2" name="compare-1">
            <a:extLst xmlns:a="http://schemas.openxmlformats.org/drawingml/2006/main">
              <a:ext uri="{FF2B5EF4-FFF2-40B4-BE49-F238E27FC236}">
                <a16:creationId xmlns:a16="http://schemas.microsoft.com/office/drawing/2014/main" id="{1E04B051-7B9C-455C-8BA9-4C0AC5603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112650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12650"/>
                </a:solidFill>
                <a:latin typeface="Arial"/>
                <a:ea typeface="Arial"/>
                <a:cs typeface="Arial"/>
              </a:rPr>
              <a:t>Mẫu bài giảng song ngữ</a:t>
            </a:r>
          </a:p>
        </p:txBody>
      </p:sp>
      <p:sp>
        <p:nvSpPr>
          <p:cNvPr id="3" name="compare-2">
            <a:extLst xmlns:a="http://schemas.openxmlformats.org/drawingml/2006/main">
              <a:ext uri="{FF2B5EF4-FFF2-40B4-BE49-F238E27FC236}">
                <a16:creationId xmlns:a16="http://schemas.microsoft.com/office/drawing/2014/main" id="{45DA15F2-D79B-44A3-B282-CD20FAA20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67997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667997"/>
                </a:solidFill>
                <a:latin typeface="Arial"/>
                <a:ea typeface="Arial"/>
                <a:cs typeface="Arial"/>
              </a:rPr>
              <a:t>So sánh  /  Comparison</a:t>
            </a:r>
          </a:p>
        </p:txBody>
      </p:sp>
      <p:sp>
        <p:nvSpPr>
          <p:cNvPr id="4" name="compare-3">
            <a:extLst xmlns:a="http://schemas.openxmlformats.org/drawingml/2006/main">
              <a:ext uri="{FF2B5EF4-FFF2-40B4-BE49-F238E27FC236}">
                <a16:creationId xmlns:a16="http://schemas.microsoft.com/office/drawing/2014/main" id="{B732920E-4259-4851-AD0C-E0D077CD2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66799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667997"/>
                </a:solidFill>
                <a:latin typeface="Arial"/>
                <a:ea typeface="Arial"/>
                <a:cs typeface="Arial"/>
              </a:rPr>
              <a:t>Mẫu cấu trúc · Thay bằng nội dung bài học</a:t>
            </a:r>
          </a:p>
        </p:txBody>
      </p:sp>
      <p:sp>
        <p:nvSpPr>
          <p:cNvPr id="5" name="compare-4">
            <a:extLst xmlns:a="http://schemas.openxmlformats.org/drawingml/2006/main">
              <a:ext uri="{FF2B5EF4-FFF2-40B4-BE49-F238E27FC236}">
                <a16:creationId xmlns:a16="http://schemas.microsoft.com/office/drawing/2014/main" id="{60B95D63-FE3A-47CF-9589-25CFE6F9A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109728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 i="0">
                <a:solidFill>
                  <a:srgbClr val="112650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112650"/>
                </a:solidFill>
                <a:latin typeface="Arial"/>
                <a:ea typeface="Arial"/>
                <a:cs typeface="Arial"/>
              </a:rPr>
              <a:t>[Tiêu chí so sánh]</a:t>
            </a:r>
          </a:p>
          <a:p xmlns:a="http://schemas.openxmlformats.org/drawingml/2006/main">
            <a:pPr algn="l">
              <a:defRPr sz="2400" b="0" i="0">
                <a:solidFill>
                  <a:srgbClr val="112650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112650"/>
                </a:solidFill>
                <a:latin typeface="Arial"/>
                <a:ea typeface="Arial"/>
                <a:cs typeface="Arial"/>
              </a:rPr>
              <a:t>[Điểm giống nhau]</a:t>
            </a:r>
          </a:p>
          <a:p xmlns:a="http://schemas.openxmlformats.org/drawingml/2006/main">
            <a:pPr algn="l">
              <a:defRPr sz="2400" b="0" i="0">
                <a:solidFill>
                  <a:srgbClr val="112650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112650"/>
                </a:solidFill>
                <a:latin typeface="Arial"/>
                <a:ea typeface="Arial"/>
                <a:cs typeface="Arial"/>
              </a:rPr>
              <a:t>[Điểm khác nhau]</a:t>
            </a:r>
          </a:p>
        </p:txBody>
      </p:sp>
      <p:sp>
        <p:nvSpPr>
          <p:cNvPr id="6" name="compare-5">
            <a:extLst xmlns:a="http://schemas.openxmlformats.org/drawingml/2006/main">
              <a:ext uri="{FF2B5EF4-FFF2-40B4-BE49-F238E27FC236}">
                <a16:creationId xmlns:a16="http://schemas.microsoft.com/office/drawing/2014/main" id="{6A4C728D-6850-4B5B-A470-3DBC51659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109728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 i="1">
                <a:solidFill>
                  <a:srgbClr val="0869F9"/>
                </a:solidFill>
                <a:latin typeface="Arial"/>
                <a:ea typeface="Arial"/>
                <a:cs typeface="Arial"/>
              </a:defRPr>
            </a:pPr>
            <a:r>
              <a:rPr sz="2400" b="0" i="1">
                <a:solidFill>
                  <a:srgbClr val="0869F9"/>
                </a:solidFill>
                <a:latin typeface="Arial"/>
                <a:ea typeface="Arial"/>
                <a:cs typeface="Arial"/>
              </a:rPr>
              <a:t>[Comparison criterion]</a:t>
            </a:r>
          </a:p>
          <a:p xmlns:a="http://schemas.openxmlformats.org/drawingml/2006/main">
            <a:pPr algn="l">
              <a:defRPr sz="2400" b="0" i="1">
                <a:solidFill>
                  <a:srgbClr val="0869F9"/>
                </a:solidFill>
                <a:latin typeface="Arial"/>
                <a:ea typeface="Arial"/>
                <a:cs typeface="Arial"/>
              </a:defRPr>
            </a:pPr>
            <a:r>
              <a:rPr sz="2400" b="0" i="1">
                <a:solidFill>
                  <a:srgbClr val="0869F9"/>
                </a:solidFill>
                <a:latin typeface="Arial"/>
                <a:ea typeface="Arial"/>
                <a:cs typeface="Arial"/>
              </a:rPr>
              <a:t>[Similarities]</a:t>
            </a:r>
          </a:p>
          <a:p xmlns:a="http://schemas.openxmlformats.org/drawingml/2006/main">
            <a:pPr algn="l">
              <a:defRPr sz="2400" b="0" i="1">
                <a:solidFill>
                  <a:srgbClr val="0869F9"/>
                </a:solidFill>
                <a:latin typeface="Arial"/>
                <a:ea typeface="Arial"/>
                <a:cs typeface="Arial"/>
              </a:defRPr>
            </a:pPr>
            <a:r>
              <a:rPr sz="2400" b="0" i="1">
                <a:solidFill>
                  <a:srgbClr val="0869F9"/>
                </a:solidFill>
                <a:latin typeface="Arial"/>
                <a:ea typeface="Arial"/>
                <a:cs typeface="Arial"/>
              </a:rPr>
              <a:t>[Differences]</a:t>
            </a:r>
          </a:p>
        </p:txBody>
      </p:sp>
    </p:spTree>
    <p:extLst>
      <p:ext uri="{BB962C8B-B14F-4D97-AF65-F5344CB8AC3E}">
        <p14:creationId xmlns:p14="http://schemas.microsoft.com/office/powerpoint/2010/main" val="49174721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formula-0">
            <a:extLst xmlns:a="http://schemas.openxmlformats.org/drawingml/2006/main">
              <a:ext uri="{FF2B5EF4-FFF2-40B4-BE49-F238E27FC236}">
                <a16:creationId xmlns:a16="http://schemas.microsoft.com/office/drawing/2014/main" id="{5ADE5D3C-4086-4224-AD0F-323E55E09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869F9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0869F9"/>
                </a:solidFill>
                <a:latin typeface="Arial"/>
                <a:ea typeface="Arial"/>
                <a:cs typeface="Arial"/>
              </a:rPr>
              <a:t>BiliClass   /   Môn học của thầy cô   /   10–12</a:t>
            </a:r>
          </a:p>
        </p:txBody>
      </p:sp>
      <p:sp>
        <p:nvSpPr>
          <p:cNvPr id="2" name="formula-1">
            <a:extLst xmlns:a="http://schemas.openxmlformats.org/drawingml/2006/main">
              <a:ext uri="{FF2B5EF4-FFF2-40B4-BE49-F238E27FC236}">
                <a16:creationId xmlns:a16="http://schemas.microsoft.com/office/drawing/2014/main" id="{2FF91076-B08D-40C1-BC52-4FA75A3EE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112650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12650"/>
                </a:solidFill>
                <a:latin typeface="Arial"/>
                <a:ea typeface="Arial"/>
                <a:cs typeface="Arial"/>
              </a:rPr>
              <a:t>Mẫu bài giảng song ngữ</a:t>
            </a:r>
          </a:p>
        </p:txBody>
      </p:sp>
      <p:sp>
        <p:nvSpPr>
          <p:cNvPr id="3" name="formula-2">
            <a:extLst xmlns:a="http://schemas.openxmlformats.org/drawingml/2006/main">
              <a:ext uri="{FF2B5EF4-FFF2-40B4-BE49-F238E27FC236}">
                <a16:creationId xmlns:a16="http://schemas.microsoft.com/office/drawing/2014/main" id="{1C2F9B44-3BCA-4416-ADA8-D60B45303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67997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667997"/>
                </a:solidFill>
                <a:latin typeface="Arial"/>
                <a:ea typeface="Arial"/>
                <a:cs typeface="Arial"/>
              </a:rPr>
              <a:t>Công thức / quy tắc  /  Formula / rule</a:t>
            </a:r>
          </a:p>
        </p:txBody>
      </p:sp>
      <p:sp>
        <p:nvSpPr>
          <p:cNvPr id="4" name="formula-3">
            <a:extLst xmlns:a="http://schemas.openxmlformats.org/drawingml/2006/main">
              <a:ext uri="{FF2B5EF4-FFF2-40B4-BE49-F238E27FC236}">
                <a16:creationId xmlns:a16="http://schemas.microsoft.com/office/drawing/2014/main" id="{99F2E0F4-5C1F-419F-B678-942959392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66799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667997"/>
                </a:solidFill>
                <a:latin typeface="Arial"/>
                <a:ea typeface="Arial"/>
                <a:cs typeface="Arial"/>
              </a:rPr>
              <a:t>Mẫu cấu trúc · Thay bằng nội dung bài học</a:t>
            </a:r>
          </a:p>
        </p:txBody>
      </p:sp>
      <p:sp>
        <p:nvSpPr>
          <p:cNvPr id="5" name="formula-4">
            <a:extLst xmlns:a="http://schemas.openxmlformats.org/drawingml/2006/main">
              <a:ext uri="{FF2B5EF4-FFF2-40B4-BE49-F238E27FC236}">
                <a16:creationId xmlns:a16="http://schemas.microsoft.com/office/drawing/2014/main" id="{6DBAF697-C1B3-46D4-A5FB-EDFCCC20A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109728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150" b="1" i="0">
                <a:solidFill>
                  <a:srgbClr val="112650"/>
                </a:solidFill>
                <a:latin typeface="Arial"/>
                <a:ea typeface="Arial"/>
                <a:cs typeface="Arial"/>
              </a:defRPr>
            </a:pPr>
            <a:r>
              <a:rPr sz="3150" b="1" i="0">
                <a:solidFill>
                  <a:srgbClr val="112650"/>
                </a:solidFill>
                <a:latin typeface="Arial"/>
                <a:ea typeface="Arial"/>
                <a:cs typeface="Arial"/>
              </a:rPr>
              <a:t>[Công thức hoặc quy tắc]</a:t>
            </a:r>
          </a:p>
          <a:p xmlns:a="http://schemas.openxmlformats.org/drawingml/2006/main">
            <a:pPr algn="ctr">
              <a:defRPr sz="3150" b="1" i="0">
                <a:solidFill>
                  <a:srgbClr val="112650"/>
                </a:solidFill>
                <a:latin typeface="Arial"/>
                <a:ea typeface="Arial"/>
                <a:cs typeface="Arial"/>
              </a:defRPr>
            </a:pPr>
            <a:r>
              <a:rPr sz="3150" b="1" i="0">
                <a:solidFill>
                  <a:srgbClr val="112650"/>
                </a:solidFill>
                <a:latin typeface="Arial"/>
                <a:ea typeface="Arial"/>
                <a:cs typeface="Arial"/>
              </a:rPr>
              <a:t>[Điều kiện áp dụng]</a:t>
            </a:r>
          </a:p>
        </p:txBody>
      </p:sp>
      <p:sp>
        <p:nvSpPr>
          <p:cNvPr id="6" name="formula-5">
            <a:extLst xmlns:a="http://schemas.openxmlformats.org/drawingml/2006/main">
              <a:ext uri="{FF2B5EF4-FFF2-40B4-BE49-F238E27FC236}">
                <a16:creationId xmlns:a16="http://schemas.microsoft.com/office/drawing/2014/main" id="{24C6BBB7-B09F-4A80-80BD-B02F30DD6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109728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150" b="1" i="1">
                <a:solidFill>
                  <a:srgbClr val="0869F9"/>
                </a:solidFill>
                <a:latin typeface="Arial"/>
                <a:ea typeface="Arial"/>
                <a:cs typeface="Arial"/>
              </a:defRPr>
            </a:pPr>
            <a:r>
              <a:rPr sz="3150" b="1" i="1">
                <a:solidFill>
                  <a:srgbClr val="0869F9"/>
                </a:solidFill>
                <a:latin typeface="Arial"/>
                <a:ea typeface="Arial"/>
                <a:cs typeface="Arial"/>
              </a:rPr>
              <a:t>[Formula or rule]</a:t>
            </a:r>
          </a:p>
          <a:p xmlns:a="http://schemas.openxmlformats.org/drawingml/2006/main">
            <a:pPr algn="ctr">
              <a:defRPr sz="3150" b="1" i="1">
                <a:solidFill>
                  <a:srgbClr val="0869F9"/>
                </a:solidFill>
                <a:latin typeface="Arial"/>
                <a:ea typeface="Arial"/>
                <a:cs typeface="Arial"/>
              </a:defRPr>
            </a:pPr>
            <a:r>
              <a:rPr sz="3150" b="1" i="1">
                <a:solidFill>
                  <a:srgbClr val="0869F9"/>
                </a:solidFill>
                <a:latin typeface="Arial"/>
                <a:ea typeface="Arial"/>
                <a:cs typeface="Arial"/>
              </a:rPr>
              <a:t>[Conditions of use]</a:t>
            </a:r>
          </a:p>
        </p:txBody>
      </p:sp>
    </p:spTree>
    <p:extLst>
      <p:ext uri="{BB962C8B-B14F-4D97-AF65-F5344CB8AC3E}">
        <p14:creationId xmlns:p14="http://schemas.microsoft.com/office/powerpoint/2010/main" val="198267351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example-0">
            <a:extLst xmlns:a="http://schemas.openxmlformats.org/drawingml/2006/main">
              <a:ext uri="{FF2B5EF4-FFF2-40B4-BE49-F238E27FC236}">
                <a16:creationId xmlns:a16="http://schemas.microsoft.com/office/drawing/2014/main" id="{DB4608EF-1FFB-4FEA-B127-18A8B6332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869F9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0869F9"/>
                </a:solidFill>
                <a:latin typeface="Arial"/>
                <a:ea typeface="Arial"/>
                <a:cs typeface="Arial"/>
              </a:rPr>
              <a:t>BiliClass   /   Môn học của thầy cô   /   10–12</a:t>
            </a:r>
          </a:p>
        </p:txBody>
      </p:sp>
      <p:sp>
        <p:nvSpPr>
          <p:cNvPr id="2" name="example-1">
            <a:extLst xmlns:a="http://schemas.openxmlformats.org/drawingml/2006/main">
              <a:ext uri="{FF2B5EF4-FFF2-40B4-BE49-F238E27FC236}">
                <a16:creationId xmlns:a16="http://schemas.microsoft.com/office/drawing/2014/main" id="{315E4493-B598-4DB2-856C-F140275E2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112650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12650"/>
                </a:solidFill>
                <a:latin typeface="Arial"/>
                <a:ea typeface="Arial"/>
                <a:cs typeface="Arial"/>
              </a:rPr>
              <a:t>Mẫu bài giảng song ngữ</a:t>
            </a:r>
          </a:p>
        </p:txBody>
      </p:sp>
      <p:sp>
        <p:nvSpPr>
          <p:cNvPr id="3" name="example-2">
            <a:extLst xmlns:a="http://schemas.openxmlformats.org/drawingml/2006/main">
              <a:ext uri="{FF2B5EF4-FFF2-40B4-BE49-F238E27FC236}">
                <a16:creationId xmlns:a16="http://schemas.microsoft.com/office/drawing/2014/main" id="{CA9BEC5B-FC89-41E0-8499-AC00F72F8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67997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667997"/>
                </a:solidFill>
                <a:latin typeface="Arial"/>
                <a:ea typeface="Arial"/>
                <a:cs typeface="Arial"/>
              </a:rPr>
              <a:t>Ví dụ theo bước  /  Worked example</a:t>
            </a:r>
          </a:p>
        </p:txBody>
      </p:sp>
      <p:sp>
        <p:nvSpPr>
          <p:cNvPr id="4" name="example-3">
            <a:extLst xmlns:a="http://schemas.openxmlformats.org/drawingml/2006/main">
              <a:ext uri="{FF2B5EF4-FFF2-40B4-BE49-F238E27FC236}">
                <a16:creationId xmlns:a16="http://schemas.microsoft.com/office/drawing/2014/main" id="{205F5082-619F-4A04-83CA-A34774027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66799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667997"/>
                </a:solidFill>
                <a:latin typeface="Arial"/>
                <a:ea typeface="Arial"/>
                <a:cs typeface="Arial"/>
              </a:rPr>
              <a:t>Mẫu cấu trúc · Thay bằng nội dung bài học</a:t>
            </a:r>
          </a:p>
        </p:txBody>
      </p:sp>
      <p:sp>
        <p:nvSpPr>
          <p:cNvPr id="5" name="example-4">
            <a:extLst xmlns:a="http://schemas.openxmlformats.org/drawingml/2006/main">
              <a:ext uri="{FF2B5EF4-FFF2-40B4-BE49-F238E27FC236}">
                <a16:creationId xmlns:a16="http://schemas.microsoft.com/office/drawing/2014/main" id="{01D43776-B9E0-4E41-BB34-69061660C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109728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 i="0">
                <a:solidFill>
                  <a:srgbClr val="112650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112650"/>
                </a:solidFill>
                <a:latin typeface="Arial"/>
                <a:ea typeface="Arial"/>
                <a:cs typeface="Arial"/>
              </a:rPr>
              <a:t>[Dữ kiện của ví dụ]</a:t>
            </a:r>
          </a:p>
          <a:p xmlns:a="http://schemas.openxmlformats.org/drawingml/2006/main">
            <a:pPr algn="l">
              <a:defRPr sz="2400" b="0" i="0">
                <a:solidFill>
                  <a:srgbClr val="112650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112650"/>
                </a:solidFill>
                <a:latin typeface="Arial"/>
                <a:ea typeface="Arial"/>
                <a:cs typeface="Arial"/>
              </a:rPr>
              <a:t>[Bước giải đã kiểm tra]</a:t>
            </a:r>
          </a:p>
          <a:p xmlns:a="http://schemas.openxmlformats.org/drawingml/2006/main">
            <a:pPr algn="l">
              <a:defRPr sz="2400" b="0" i="0">
                <a:solidFill>
                  <a:srgbClr val="112650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112650"/>
                </a:solidFill>
                <a:latin typeface="Arial"/>
                <a:ea typeface="Arial"/>
                <a:cs typeface="Arial"/>
              </a:rPr>
              <a:t>[Kết quả và đơn vị]</a:t>
            </a:r>
          </a:p>
        </p:txBody>
      </p:sp>
      <p:sp>
        <p:nvSpPr>
          <p:cNvPr id="6" name="example-5">
            <a:extLst xmlns:a="http://schemas.openxmlformats.org/drawingml/2006/main">
              <a:ext uri="{FF2B5EF4-FFF2-40B4-BE49-F238E27FC236}">
                <a16:creationId xmlns:a16="http://schemas.microsoft.com/office/drawing/2014/main" id="{23E6E574-79F9-42F4-A462-184E7AFAF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109728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 i="1">
                <a:solidFill>
                  <a:srgbClr val="0869F9"/>
                </a:solidFill>
                <a:latin typeface="Arial"/>
                <a:ea typeface="Arial"/>
                <a:cs typeface="Arial"/>
              </a:defRPr>
            </a:pPr>
            <a:r>
              <a:rPr sz="2400" b="0" i="1">
                <a:solidFill>
                  <a:srgbClr val="0869F9"/>
                </a:solidFill>
                <a:latin typeface="Arial"/>
                <a:ea typeface="Arial"/>
                <a:cs typeface="Arial"/>
              </a:rPr>
              <a:t>[Example information]</a:t>
            </a:r>
          </a:p>
          <a:p xmlns:a="http://schemas.openxmlformats.org/drawingml/2006/main">
            <a:pPr algn="l">
              <a:defRPr sz="2400" b="0" i="1">
                <a:solidFill>
                  <a:srgbClr val="0869F9"/>
                </a:solidFill>
                <a:latin typeface="Arial"/>
                <a:ea typeface="Arial"/>
                <a:cs typeface="Arial"/>
              </a:defRPr>
            </a:pPr>
            <a:r>
              <a:rPr sz="2400" b="0" i="1">
                <a:solidFill>
                  <a:srgbClr val="0869F9"/>
                </a:solidFill>
                <a:latin typeface="Arial"/>
                <a:ea typeface="Arial"/>
                <a:cs typeface="Arial"/>
              </a:rPr>
              <a:t>[Checked solution step]</a:t>
            </a:r>
          </a:p>
          <a:p xmlns:a="http://schemas.openxmlformats.org/drawingml/2006/main">
            <a:pPr algn="l">
              <a:defRPr sz="2400" b="0" i="1">
                <a:solidFill>
                  <a:srgbClr val="0869F9"/>
                </a:solidFill>
                <a:latin typeface="Arial"/>
                <a:ea typeface="Arial"/>
                <a:cs typeface="Arial"/>
              </a:defRPr>
            </a:pPr>
            <a:r>
              <a:rPr sz="2400" b="0" i="1">
                <a:solidFill>
                  <a:srgbClr val="0869F9"/>
                </a:solidFill>
                <a:latin typeface="Arial"/>
                <a:ea typeface="Arial"/>
                <a:cs typeface="Arial"/>
              </a:rPr>
              <a:t>[Result and unit]</a:t>
            </a:r>
          </a:p>
        </p:txBody>
      </p:sp>
    </p:spTree>
    <p:extLst>
      <p:ext uri="{BB962C8B-B14F-4D97-AF65-F5344CB8AC3E}">
        <p14:creationId xmlns:p14="http://schemas.microsoft.com/office/powerpoint/2010/main" val="201853520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practice-0">
            <a:extLst xmlns:a="http://schemas.openxmlformats.org/drawingml/2006/main">
              <a:ext uri="{FF2B5EF4-FFF2-40B4-BE49-F238E27FC236}">
                <a16:creationId xmlns:a16="http://schemas.microsoft.com/office/drawing/2014/main" id="{A97EEBBD-03C6-4E52-A297-E04517BCD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869F9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0869F9"/>
                </a:solidFill>
                <a:latin typeface="Arial"/>
                <a:ea typeface="Arial"/>
                <a:cs typeface="Arial"/>
              </a:rPr>
              <a:t>BiliClass   /   Môn học của thầy cô   /   10–12</a:t>
            </a:r>
          </a:p>
        </p:txBody>
      </p:sp>
      <p:sp>
        <p:nvSpPr>
          <p:cNvPr id="2" name="practice-1">
            <a:extLst xmlns:a="http://schemas.openxmlformats.org/drawingml/2006/main">
              <a:ext uri="{FF2B5EF4-FFF2-40B4-BE49-F238E27FC236}">
                <a16:creationId xmlns:a16="http://schemas.microsoft.com/office/drawing/2014/main" id="{2161310A-84DA-4F65-B851-4CF58F54C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112650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12650"/>
                </a:solidFill>
                <a:latin typeface="Arial"/>
                <a:ea typeface="Arial"/>
                <a:cs typeface="Arial"/>
              </a:rPr>
              <a:t>Mẫu bài giảng song ngữ</a:t>
            </a:r>
          </a:p>
        </p:txBody>
      </p:sp>
      <p:sp>
        <p:nvSpPr>
          <p:cNvPr id="3" name="practice-2">
            <a:extLst xmlns:a="http://schemas.openxmlformats.org/drawingml/2006/main">
              <a:ext uri="{FF2B5EF4-FFF2-40B4-BE49-F238E27FC236}">
                <a16:creationId xmlns:a16="http://schemas.microsoft.com/office/drawing/2014/main" id="{E136AB6A-961F-47F8-A8BB-2F7E35CDC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67997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667997"/>
                </a:solidFill>
                <a:latin typeface="Arial"/>
                <a:ea typeface="Arial"/>
                <a:cs typeface="Arial"/>
              </a:rPr>
              <a:t>Luyện tập  /  Practice</a:t>
            </a:r>
          </a:p>
        </p:txBody>
      </p:sp>
      <p:sp>
        <p:nvSpPr>
          <p:cNvPr id="4" name="practice-3">
            <a:extLst xmlns:a="http://schemas.openxmlformats.org/drawingml/2006/main">
              <a:ext uri="{FF2B5EF4-FFF2-40B4-BE49-F238E27FC236}">
                <a16:creationId xmlns:a16="http://schemas.microsoft.com/office/drawing/2014/main" id="{125371CB-FD8C-4C19-83A0-C7DAD7D28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66799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667997"/>
                </a:solidFill>
                <a:latin typeface="Arial"/>
                <a:ea typeface="Arial"/>
                <a:cs typeface="Arial"/>
              </a:rPr>
              <a:t>Mẫu cấu trúc · Thay bằng nội dung bài học</a:t>
            </a:r>
          </a:p>
        </p:txBody>
      </p:sp>
      <p:sp>
        <p:nvSpPr>
          <p:cNvPr id="5" name="practice-4">
            <a:extLst xmlns:a="http://schemas.openxmlformats.org/drawingml/2006/main">
              <a:ext uri="{FF2B5EF4-FFF2-40B4-BE49-F238E27FC236}">
                <a16:creationId xmlns:a16="http://schemas.microsoft.com/office/drawing/2014/main" id="{36427096-F72E-43AF-A33F-B93E22091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109728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 i="0">
                <a:solidFill>
                  <a:srgbClr val="112650"/>
                </a:solidFill>
                <a:latin typeface="Arial"/>
                <a:ea typeface="Arial"/>
                <a:cs typeface="Arial"/>
              </a:defRPr>
            </a:pPr>
            <a:r>
              <a:rPr sz="2550" b="0" i="0">
                <a:solidFill>
                  <a:srgbClr val="112650"/>
                </a:solidFill>
                <a:latin typeface="Arial"/>
                <a:ea typeface="Arial"/>
                <a:cs typeface="Arial"/>
              </a:rPr>
              <a:t>[Yêu cầu của bài tập]</a:t>
            </a:r>
          </a:p>
          <a:p xmlns:a="http://schemas.openxmlformats.org/drawingml/2006/main">
            <a:pPr algn="l">
              <a:defRPr sz="2550" b="0" i="0">
                <a:solidFill>
                  <a:srgbClr val="112650"/>
                </a:solidFill>
                <a:latin typeface="Arial"/>
                <a:ea typeface="Arial"/>
                <a:cs typeface="Arial"/>
              </a:defRPr>
            </a:pPr>
            <a:r>
              <a:rPr sz="2550" b="0" i="0">
                <a:solidFill>
                  <a:srgbClr val="112650"/>
                </a:solidFill>
                <a:latin typeface="Arial"/>
                <a:ea typeface="Arial"/>
                <a:cs typeface="Arial"/>
              </a:rPr>
              <a:t>[Dữ kiện được cung cấp]</a:t>
            </a:r>
          </a:p>
          <a:p xmlns:a="http://schemas.openxmlformats.org/drawingml/2006/main">
            <a:pPr algn="l">
              <a:defRPr sz="2550" b="0" i="0">
                <a:solidFill>
                  <a:srgbClr val="112650"/>
                </a:solidFill>
                <a:latin typeface="Arial"/>
                <a:ea typeface="Arial"/>
                <a:cs typeface="Arial"/>
              </a:defRPr>
            </a:pPr>
            <a:r>
              <a:rPr sz="2550" b="0" i="0">
                <a:solidFill>
                  <a:srgbClr val="112650"/>
                </a:solidFill>
                <a:latin typeface="Arial"/>
                <a:ea typeface="Arial"/>
                <a:cs typeface="Arial"/>
              </a:rPr>
              <a:t>[Cách học sinh trình bày kết quả]</a:t>
            </a:r>
          </a:p>
        </p:txBody>
      </p:sp>
      <p:sp>
        <p:nvSpPr>
          <p:cNvPr id="6" name="practice-5">
            <a:extLst xmlns:a="http://schemas.openxmlformats.org/drawingml/2006/main">
              <a:ext uri="{FF2B5EF4-FFF2-40B4-BE49-F238E27FC236}">
                <a16:creationId xmlns:a16="http://schemas.microsoft.com/office/drawing/2014/main" id="{0919A74C-39C7-4AB1-9CB6-B3D4BEF1B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109728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 i="1">
                <a:solidFill>
                  <a:srgbClr val="0869F9"/>
                </a:solidFill>
                <a:latin typeface="Arial"/>
                <a:ea typeface="Arial"/>
                <a:cs typeface="Arial"/>
              </a:defRPr>
            </a:pPr>
            <a:r>
              <a:rPr sz="2550" b="0" i="1">
                <a:solidFill>
                  <a:srgbClr val="0869F9"/>
                </a:solidFill>
                <a:latin typeface="Arial"/>
                <a:ea typeface="Arial"/>
                <a:cs typeface="Arial"/>
              </a:rPr>
              <a:t>[Task instructions]</a:t>
            </a:r>
          </a:p>
          <a:p xmlns:a="http://schemas.openxmlformats.org/drawingml/2006/main">
            <a:pPr algn="l">
              <a:defRPr sz="2550" b="0" i="1">
                <a:solidFill>
                  <a:srgbClr val="0869F9"/>
                </a:solidFill>
                <a:latin typeface="Arial"/>
                <a:ea typeface="Arial"/>
                <a:cs typeface="Arial"/>
              </a:defRPr>
            </a:pPr>
            <a:r>
              <a:rPr sz="2550" b="0" i="1">
                <a:solidFill>
                  <a:srgbClr val="0869F9"/>
                </a:solidFill>
                <a:latin typeface="Arial"/>
                <a:ea typeface="Arial"/>
                <a:cs typeface="Arial"/>
              </a:rPr>
              <a:t>[Given information]</a:t>
            </a:r>
          </a:p>
          <a:p xmlns:a="http://schemas.openxmlformats.org/drawingml/2006/main">
            <a:pPr algn="l">
              <a:defRPr sz="2550" b="0" i="1">
                <a:solidFill>
                  <a:srgbClr val="0869F9"/>
                </a:solidFill>
                <a:latin typeface="Arial"/>
                <a:ea typeface="Arial"/>
                <a:cs typeface="Arial"/>
              </a:defRPr>
            </a:pPr>
            <a:r>
              <a:rPr sz="2550" b="0" i="1">
                <a:solidFill>
                  <a:srgbClr val="0869F9"/>
                </a:solidFill>
                <a:latin typeface="Arial"/>
                <a:ea typeface="Arial"/>
                <a:cs typeface="Arial"/>
              </a:rPr>
              <a:t>[How students present their results]</a:t>
            </a:r>
          </a:p>
        </p:txBody>
      </p:sp>
    </p:spTree>
    <p:extLst>
      <p:ext uri="{BB962C8B-B14F-4D97-AF65-F5344CB8AC3E}">
        <p14:creationId xmlns:p14="http://schemas.microsoft.com/office/powerpoint/2010/main" val="101930864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question-0">
            <a:extLst xmlns:a="http://schemas.openxmlformats.org/drawingml/2006/main">
              <a:ext uri="{FF2B5EF4-FFF2-40B4-BE49-F238E27FC236}">
                <a16:creationId xmlns:a16="http://schemas.microsoft.com/office/drawing/2014/main" id="{CF90A860-35D7-4303-ABCF-C607018E8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869F9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0869F9"/>
                </a:solidFill>
                <a:latin typeface="Arial"/>
                <a:ea typeface="Arial"/>
                <a:cs typeface="Arial"/>
              </a:rPr>
              <a:t>BiliClass   /   Môn học của thầy cô   /   10–12</a:t>
            </a:r>
          </a:p>
        </p:txBody>
      </p:sp>
      <p:sp>
        <p:nvSpPr>
          <p:cNvPr id="2" name="question-1">
            <a:extLst xmlns:a="http://schemas.openxmlformats.org/drawingml/2006/main">
              <a:ext uri="{FF2B5EF4-FFF2-40B4-BE49-F238E27FC236}">
                <a16:creationId xmlns:a16="http://schemas.microsoft.com/office/drawing/2014/main" id="{71FAEE5F-5F90-4FFD-BCDC-D5D9AF9F7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112650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12650"/>
                </a:solidFill>
                <a:latin typeface="Arial"/>
                <a:ea typeface="Arial"/>
                <a:cs typeface="Arial"/>
              </a:rPr>
              <a:t>Mẫu bài giảng song ngữ</a:t>
            </a:r>
          </a:p>
        </p:txBody>
      </p:sp>
      <p:sp>
        <p:nvSpPr>
          <p:cNvPr id="3" name="question-2">
            <a:extLst xmlns:a="http://schemas.openxmlformats.org/drawingml/2006/main">
              <a:ext uri="{FF2B5EF4-FFF2-40B4-BE49-F238E27FC236}">
                <a16:creationId xmlns:a16="http://schemas.microsoft.com/office/drawing/2014/main" id="{78FFB206-4B7D-404F-8000-D94AD513B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67997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667997"/>
                </a:solidFill>
                <a:latin typeface="Arial"/>
                <a:ea typeface="Arial"/>
                <a:cs typeface="Arial"/>
              </a:rPr>
              <a:t>Hỏi lớp  /  Ask the class</a:t>
            </a:r>
          </a:p>
        </p:txBody>
      </p:sp>
      <p:sp>
        <p:nvSpPr>
          <p:cNvPr id="4" name="question-3">
            <a:extLst xmlns:a="http://schemas.openxmlformats.org/drawingml/2006/main">
              <a:ext uri="{FF2B5EF4-FFF2-40B4-BE49-F238E27FC236}">
                <a16:creationId xmlns:a16="http://schemas.microsoft.com/office/drawing/2014/main" id="{B4B900CC-E130-474B-83F9-923362BB2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66799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667997"/>
                </a:solidFill>
                <a:latin typeface="Arial"/>
                <a:ea typeface="Arial"/>
                <a:cs typeface="Arial"/>
              </a:rPr>
              <a:t>Mẫu cấu trúc · Thay bằng nội dung bài học</a:t>
            </a:r>
          </a:p>
        </p:txBody>
      </p:sp>
      <p:sp>
        <p:nvSpPr>
          <p:cNvPr id="5" name="question-4">
            <a:extLst xmlns:a="http://schemas.openxmlformats.org/drawingml/2006/main">
              <a:ext uri="{FF2B5EF4-FFF2-40B4-BE49-F238E27FC236}">
                <a16:creationId xmlns:a16="http://schemas.microsoft.com/office/drawing/2014/main" id="{3F820176-526A-4A56-A137-909D50B3F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109728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112650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12650"/>
                </a:solidFill>
                <a:latin typeface="Arial"/>
                <a:ea typeface="Arial"/>
                <a:cs typeface="Arial"/>
              </a:rPr>
              <a:t>[Câu hỏi cho cả lớp]</a:t>
            </a:r>
          </a:p>
          <a:p xmlns:a="http://schemas.openxmlformats.org/drawingml/2006/main">
            <a:pPr algn="l">
              <a:defRPr sz="3000" b="1" i="0">
                <a:solidFill>
                  <a:srgbClr val="112650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12650"/>
                </a:solidFill>
                <a:latin typeface="Arial"/>
                <a:ea typeface="Arial"/>
                <a:cs typeface="Arial"/>
              </a:rPr>
              <a:t>[Điều học sinh cần giải thích]</a:t>
            </a:r>
          </a:p>
        </p:txBody>
      </p:sp>
      <p:sp>
        <p:nvSpPr>
          <p:cNvPr id="6" name="question-5">
            <a:extLst xmlns:a="http://schemas.openxmlformats.org/drawingml/2006/main">
              <a:ext uri="{FF2B5EF4-FFF2-40B4-BE49-F238E27FC236}">
                <a16:creationId xmlns:a16="http://schemas.microsoft.com/office/drawing/2014/main" id="{3EA4201B-DB71-43C6-821E-55CA09CC2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109728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 i="1">
                <a:solidFill>
                  <a:srgbClr val="0869F9"/>
                </a:solidFill>
                <a:latin typeface="Arial"/>
                <a:ea typeface="Arial"/>
                <a:cs typeface="Arial"/>
              </a:defRPr>
            </a:pPr>
            <a:r>
              <a:rPr sz="3000" b="1" i="1">
                <a:solidFill>
                  <a:srgbClr val="0869F9"/>
                </a:solidFill>
                <a:latin typeface="Arial"/>
                <a:ea typeface="Arial"/>
                <a:cs typeface="Arial"/>
              </a:rPr>
              <a:t>[Question for the class]</a:t>
            </a:r>
          </a:p>
          <a:p xmlns:a="http://schemas.openxmlformats.org/drawingml/2006/main">
            <a:pPr algn="l">
              <a:defRPr sz="3000" b="1" i="1">
                <a:solidFill>
                  <a:srgbClr val="0869F9"/>
                </a:solidFill>
                <a:latin typeface="Arial"/>
                <a:ea typeface="Arial"/>
                <a:cs typeface="Arial"/>
              </a:defRPr>
            </a:pPr>
            <a:r>
              <a:rPr sz="3000" b="1" i="1">
                <a:solidFill>
                  <a:srgbClr val="0869F9"/>
                </a:solidFill>
                <a:latin typeface="Arial"/>
                <a:ea typeface="Arial"/>
                <a:cs typeface="Arial"/>
              </a:rPr>
              <a:t>[What students should explain]</a:t>
            </a:r>
          </a:p>
        </p:txBody>
      </p:sp>
    </p:spTree>
    <p:extLst>
      <p:ext uri="{BB962C8B-B14F-4D97-AF65-F5344CB8AC3E}">
        <p14:creationId xmlns:p14="http://schemas.microsoft.com/office/powerpoint/2010/main" val="118551654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heck-0">
            <a:extLst xmlns:a="http://schemas.openxmlformats.org/drawingml/2006/main">
              <a:ext uri="{FF2B5EF4-FFF2-40B4-BE49-F238E27FC236}">
                <a16:creationId xmlns:a16="http://schemas.microsoft.com/office/drawing/2014/main" id="{E833D42B-36DD-4AA6-9AAA-37B66F99B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869F9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0869F9"/>
                </a:solidFill>
                <a:latin typeface="Arial"/>
                <a:ea typeface="Arial"/>
                <a:cs typeface="Arial"/>
              </a:rPr>
              <a:t>BiliClass   /   Môn học của thầy cô   /   10–12</a:t>
            </a:r>
          </a:p>
        </p:txBody>
      </p:sp>
      <p:sp>
        <p:nvSpPr>
          <p:cNvPr id="2" name="check-1">
            <a:extLst xmlns:a="http://schemas.openxmlformats.org/drawingml/2006/main">
              <a:ext uri="{FF2B5EF4-FFF2-40B4-BE49-F238E27FC236}">
                <a16:creationId xmlns:a16="http://schemas.microsoft.com/office/drawing/2014/main" id="{7288095C-B4B2-4C70-886D-B77FF76AF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112650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12650"/>
                </a:solidFill>
                <a:latin typeface="Arial"/>
                <a:ea typeface="Arial"/>
                <a:cs typeface="Arial"/>
              </a:rPr>
              <a:t>Mẫu bài giảng song ngữ</a:t>
            </a:r>
          </a:p>
        </p:txBody>
      </p:sp>
      <p:sp>
        <p:nvSpPr>
          <p:cNvPr id="3" name="check-2">
            <a:extLst xmlns:a="http://schemas.openxmlformats.org/drawingml/2006/main">
              <a:ext uri="{FF2B5EF4-FFF2-40B4-BE49-F238E27FC236}">
                <a16:creationId xmlns:a16="http://schemas.microsoft.com/office/drawing/2014/main" id="{8E821D2D-8324-45C4-82BE-D884FF980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67997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667997"/>
                </a:solidFill>
                <a:latin typeface="Arial"/>
                <a:ea typeface="Arial"/>
                <a:cs typeface="Arial"/>
              </a:rPr>
              <a:t>Kiểm tra hiểu bài  /  Check understanding</a:t>
            </a:r>
          </a:p>
        </p:txBody>
      </p:sp>
      <p:sp>
        <p:nvSpPr>
          <p:cNvPr id="4" name="check-3">
            <a:extLst xmlns:a="http://schemas.openxmlformats.org/drawingml/2006/main">
              <a:ext uri="{FF2B5EF4-FFF2-40B4-BE49-F238E27FC236}">
                <a16:creationId xmlns:a16="http://schemas.microsoft.com/office/drawing/2014/main" id="{63B2CA67-B106-4767-8A9C-54890379D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66799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667997"/>
                </a:solidFill>
                <a:latin typeface="Arial"/>
                <a:ea typeface="Arial"/>
                <a:cs typeface="Arial"/>
              </a:rPr>
              <a:t>Mẫu cấu trúc · Thay bằng nội dung bài học</a:t>
            </a:r>
          </a:p>
        </p:txBody>
      </p:sp>
      <p:sp>
        <p:nvSpPr>
          <p:cNvPr id="5" name="check-4">
            <a:extLst xmlns:a="http://schemas.openxmlformats.org/drawingml/2006/main">
              <a:ext uri="{FF2B5EF4-FFF2-40B4-BE49-F238E27FC236}">
                <a16:creationId xmlns:a16="http://schemas.microsoft.com/office/drawing/2014/main" id="{49E57F22-DBD5-4348-9619-0469FF77E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109728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 i="0">
                <a:solidFill>
                  <a:srgbClr val="112650"/>
                </a:solidFill>
                <a:latin typeface="Arial"/>
                <a:ea typeface="Arial"/>
                <a:cs typeface="Arial"/>
              </a:defRPr>
            </a:pPr>
            <a:r>
              <a:rPr sz="2550" b="0" i="0">
                <a:solidFill>
                  <a:srgbClr val="112650"/>
                </a:solidFill>
                <a:latin typeface="Arial"/>
                <a:ea typeface="Arial"/>
                <a:cs typeface="Arial"/>
              </a:rPr>
              <a:t>[Câu hỏi kiểm tra]</a:t>
            </a:r>
          </a:p>
          <a:p xmlns:a="http://schemas.openxmlformats.org/drawingml/2006/main">
            <a:pPr algn="l">
              <a:defRPr sz="2550" b="0" i="0">
                <a:solidFill>
                  <a:srgbClr val="112650"/>
                </a:solidFill>
                <a:latin typeface="Arial"/>
                <a:ea typeface="Arial"/>
                <a:cs typeface="Arial"/>
              </a:defRPr>
            </a:pPr>
            <a:r>
              <a:rPr sz="2550" b="0" i="0">
                <a:solidFill>
                  <a:srgbClr val="112650"/>
                </a:solidFill>
                <a:latin typeface="Arial"/>
                <a:ea typeface="Arial"/>
                <a:cs typeface="Arial"/>
              </a:rPr>
              <a:t>[Nội dung học sinh cần trả lời]</a:t>
            </a:r>
          </a:p>
        </p:txBody>
      </p:sp>
      <p:sp>
        <p:nvSpPr>
          <p:cNvPr id="6" name="check-5">
            <a:extLst xmlns:a="http://schemas.openxmlformats.org/drawingml/2006/main">
              <a:ext uri="{FF2B5EF4-FFF2-40B4-BE49-F238E27FC236}">
                <a16:creationId xmlns:a16="http://schemas.microsoft.com/office/drawing/2014/main" id="{220A4C5C-5927-4EBB-A5A9-CF3936235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109728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 i="1">
                <a:solidFill>
                  <a:srgbClr val="0869F9"/>
                </a:solidFill>
                <a:latin typeface="Arial"/>
                <a:ea typeface="Arial"/>
                <a:cs typeface="Arial"/>
              </a:defRPr>
            </a:pPr>
            <a:r>
              <a:rPr sz="2550" b="0" i="1">
                <a:solidFill>
                  <a:srgbClr val="0869F9"/>
                </a:solidFill>
                <a:latin typeface="Arial"/>
                <a:ea typeface="Arial"/>
                <a:cs typeface="Arial"/>
              </a:rPr>
              <a:t>[Check question]</a:t>
            </a:r>
          </a:p>
          <a:p xmlns:a="http://schemas.openxmlformats.org/drawingml/2006/main">
            <a:pPr algn="l">
              <a:defRPr sz="2550" b="0" i="1">
                <a:solidFill>
                  <a:srgbClr val="0869F9"/>
                </a:solidFill>
                <a:latin typeface="Arial"/>
                <a:ea typeface="Arial"/>
                <a:cs typeface="Arial"/>
              </a:defRPr>
            </a:pPr>
            <a:r>
              <a:rPr sz="2550" b="0" i="1">
                <a:solidFill>
                  <a:srgbClr val="0869F9"/>
                </a:solidFill>
                <a:latin typeface="Arial"/>
                <a:ea typeface="Arial"/>
                <a:cs typeface="Arial"/>
              </a:rPr>
              <a:t>[What students should answer]</a:t>
            </a:r>
          </a:p>
        </p:txBody>
      </p:sp>
    </p:spTree>
    <p:extLst>
      <p:ext uri="{BB962C8B-B14F-4D97-AF65-F5344CB8AC3E}">
        <p14:creationId xmlns:p14="http://schemas.microsoft.com/office/powerpoint/2010/main" val="11724415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ummary-0">
            <a:extLst xmlns:a="http://schemas.openxmlformats.org/drawingml/2006/main">
              <a:ext uri="{FF2B5EF4-FFF2-40B4-BE49-F238E27FC236}">
                <a16:creationId xmlns:a16="http://schemas.microsoft.com/office/drawing/2014/main" id="{85DFFAC1-05B3-498E-81BD-0F1390BA9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869F9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0869F9"/>
                </a:solidFill>
                <a:latin typeface="Arial"/>
                <a:ea typeface="Arial"/>
                <a:cs typeface="Arial"/>
              </a:rPr>
              <a:t>BiliClass   /   Môn học của thầy cô   /   10–12</a:t>
            </a:r>
          </a:p>
        </p:txBody>
      </p:sp>
      <p:sp>
        <p:nvSpPr>
          <p:cNvPr id="2" name="summary-1">
            <a:extLst xmlns:a="http://schemas.openxmlformats.org/drawingml/2006/main">
              <a:ext uri="{FF2B5EF4-FFF2-40B4-BE49-F238E27FC236}">
                <a16:creationId xmlns:a16="http://schemas.microsoft.com/office/drawing/2014/main" id="{3E995F78-F3A6-4D11-BD2C-D1CC377EB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112650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12650"/>
                </a:solidFill>
                <a:latin typeface="Arial"/>
                <a:ea typeface="Arial"/>
                <a:cs typeface="Arial"/>
              </a:rPr>
              <a:t>Mẫu bài giảng song ngữ</a:t>
            </a:r>
          </a:p>
        </p:txBody>
      </p:sp>
      <p:sp>
        <p:nvSpPr>
          <p:cNvPr id="3" name="summary-2">
            <a:extLst xmlns:a="http://schemas.openxmlformats.org/drawingml/2006/main">
              <a:ext uri="{FF2B5EF4-FFF2-40B4-BE49-F238E27FC236}">
                <a16:creationId xmlns:a16="http://schemas.microsoft.com/office/drawing/2014/main" id="{98D99B2B-C5C4-44B5-860E-88CB41CD7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67997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667997"/>
                </a:solidFill>
                <a:latin typeface="Arial"/>
                <a:ea typeface="Arial"/>
                <a:cs typeface="Arial"/>
              </a:rPr>
              <a:t>Tổng kết / cuối tiết  /  Summary / exit ticket</a:t>
            </a:r>
          </a:p>
        </p:txBody>
      </p:sp>
      <p:sp>
        <p:nvSpPr>
          <p:cNvPr id="4" name="summary-3">
            <a:extLst xmlns:a="http://schemas.openxmlformats.org/drawingml/2006/main">
              <a:ext uri="{FF2B5EF4-FFF2-40B4-BE49-F238E27FC236}">
                <a16:creationId xmlns:a16="http://schemas.microsoft.com/office/drawing/2014/main" id="{16550551-268C-4F4F-AB50-26FB9368C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66799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667997"/>
                </a:solidFill>
                <a:latin typeface="Arial"/>
                <a:ea typeface="Arial"/>
                <a:cs typeface="Arial"/>
              </a:rPr>
              <a:t>Mẫu cấu trúc · Thay bằng nội dung bài học</a:t>
            </a:r>
          </a:p>
        </p:txBody>
      </p:sp>
      <p:sp>
        <p:nvSpPr>
          <p:cNvPr id="5" name="summary-4">
            <a:extLst xmlns:a="http://schemas.openxmlformats.org/drawingml/2006/main">
              <a:ext uri="{FF2B5EF4-FFF2-40B4-BE49-F238E27FC236}">
                <a16:creationId xmlns:a16="http://schemas.microsoft.com/office/drawing/2014/main" id="{687B9430-EAF5-4909-9767-921ED6DF7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109728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 i="0">
                <a:solidFill>
                  <a:srgbClr val="112650"/>
                </a:solidFill>
                <a:latin typeface="Arial"/>
                <a:ea typeface="Arial"/>
                <a:cs typeface="Arial"/>
              </a:defRPr>
            </a:pPr>
            <a:r>
              <a:rPr sz="2550" b="0" i="0">
                <a:solidFill>
                  <a:srgbClr val="112650"/>
                </a:solidFill>
                <a:latin typeface="Arial"/>
                <a:ea typeface="Arial"/>
                <a:cs typeface="Arial"/>
              </a:rPr>
              <a:t>[Ý chính cần ghi nhớ]</a:t>
            </a:r>
          </a:p>
          <a:p xmlns:a="http://schemas.openxmlformats.org/drawingml/2006/main">
            <a:pPr algn="l">
              <a:defRPr sz="2550" b="0" i="0">
                <a:solidFill>
                  <a:srgbClr val="112650"/>
                </a:solidFill>
                <a:latin typeface="Arial"/>
                <a:ea typeface="Arial"/>
                <a:cs typeface="Arial"/>
              </a:defRPr>
            </a:pPr>
            <a:r>
              <a:rPr sz="2550" b="0" i="0">
                <a:solidFill>
                  <a:srgbClr val="112650"/>
                </a:solidFill>
                <a:latin typeface="Arial"/>
                <a:ea typeface="Arial"/>
                <a:cs typeface="Arial"/>
              </a:rPr>
              <a:t>[Điều học sinh cần giải thích cuối tiết]</a:t>
            </a:r>
          </a:p>
        </p:txBody>
      </p:sp>
      <p:sp>
        <p:nvSpPr>
          <p:cNvPr id="6" name="summary-5">
            <a:extLst xmlns:a="http://schemas.openxmlformats.org/drawingml/2006/main">
              <a:ext uri="{FF2B5EF4-FFF2-40B4-BE49-F238E27FC236}">
                <a16:creationId xmlns:a16="http://schemas.microsoft.com/office/drawing/2014/main" id="{B1693107-C7CE-4F92-9558-11FAD03D9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109728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 i="1">
                <a:solidFill>
                  <a:srgbClr val="0869F9"/>
                </a:solidFill>
                <a:latin typeface="Arial"/>
                <a:ea typeface="Arial"/>
                <a:cs typeface="Arial"/>
              </a:defRPr>
            </a:pPr>
            <a:r>
              <a:rPr sz="2550" b="0" i="1">
                <a:solidFill>
                  <a:srgbClr val="0869F9"/>
                </a:solidFill>
                <a:latin typeface="Arial"/>
                <a:ea typeface="Arial"/>
                <a:cs typeface="Arial"/>
              </a:rPr>
              <a:t>[Key idea to remember]</a:t>
            </a:r>
          </a:p>
          <a:p xmlns:a="http://schemas.openxmlformats.org/drawingml/2006/main">
            <a:pPr algn="l">
              <a:defRPr sz="2550" b="0" i="1">
                <a:solidFill>
                  <a:srgbClr val="0869F9"/>
                </a:solidFill>
                <a:latin typeface="Arial"/>
                <a:ea typeface="Arial"/>
                <a:cs typeface="Arial"/>
              </a:defRPr>
            </a:pPr>
            <a:r>
              <a:rPr sz="2550" b="0" i="1">
                <a:solidFill>
                  <a:srgbClr val="0869F9"/>
                </a:solidFill>
                <a:latin typeface="Arial"/>
                <a:ea typeface="Arial"/>
                <a:cs typeface="Arial"/>
              </a:rPr>
              <a:t>[What students should explain at the end]</a:t>
            </a:r>
          </a:p>
        </p:txBody>
      </p:sp>
    </p:spTree>
    <p:extLst>
      <p:ext uri="{BB962C8B-B14F-4D97-AF65-F5344CB8AC3E}">
        <p14:creationId xmlns:p14="http://schemas.microsoft.com/office/powerpoint/2010/main" val="74575919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2026-10-02T13:07:32.1260000Z</dcterms:created>
  <dcterms:modified xsi:type="dcterms:W3CDTF">2026-10-02T13:07:32.1270000Z</dcterms:modified>
</coreProperties>
</file>