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2166CF"/>
          </a:solidFill>
          <a:ln w="12700">
            <a:solidFill>
              <a:srgbClr val="2166C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D5E2F4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713232" y="113385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713232" y="169164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[LESSON_TITLE]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713232" y="3310128"/>
            <a:ext cx="6400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713232" y="4050792"/>
            <a:ext cx="4334256" cy="0"/>
          </a:xfrm>
          <a:prstGeom prst="line">
            <a:avLst/>
          </a:prstGeom>
          <a:noFill/>
          <a:ln w="25400">
            <a:solidFill>
              <a:srgbClr val="D5E2F4"/>
            </a:solidFill>
            <a:prstDash val="solid"/>
            <a:headEnd type="none"/>
            <a:tailEnd type="none"/>
          </a:ln>
        </p:spPr>
      </p:sp>
      <p:sp>
        <p:nvSpPr>
          <p:cNvPr id="13" name="BiliClass frame 13"/>
          <p:cNvSpPr/>
          <p:nvPr/>
        </p:nvSpPr>
        <p:spPr>
          <a:xfrm>
            <a:off x="713232" y="433425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4" name="BiliClass frame 14"/>
          <p:cNvSpPr/>
          <p:nvPr/>
        </p:nvSpPr>
        <p:spPr>
          <a:xfrm>
            <a:off x="6839712" y="1508760"/>
            <a:ext cx="4709160" cy="3246120"/>
          </a:xfrm>
          <a:prstGeom prst="roundRect">
            <a:avLst>
              <a:gd name="adj" fmla="val 5915"/>
            </a:avLst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2166CF"/>
          </a:solidFill>
          <a:ln w="12700">
            <a:solidFill>
              <a:srgbClr val="2166C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D5E2F4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630936" y="2359152"/>
            <a:ext cx="6611112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2F4"/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896112" y="2615184"/>
            <a:ext cx="3182112" cy="338328"/>
          </a:xfrm>
          <a:prstGeom prst="roundRect">
            <a:avLst>
              <a:gd name="adj" fmla="val 4054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4" name="BiliClass frame 14"/>
          <p:cNvSpPr/>
          <p:nvPr/>
        </p:nvSpPr>
        <p:spPr>
          <a:xfrm>
            <a:off x="1042416" y="265176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15" name="BiliClass frame 15"/>
          <p:cNvSpPr/>
          <p:nvPr/>
        </p:nvSpPr>
        <p:spPr>
          <a:xfrm>
            <a:off x="960120" y="312724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[SOURCE_CONTENT]</a:t>
            </a:r>
          </a:p>
        </p:txBody>
      </p:sp>
      <p:sp>
        <p:nvSpPr>
          <p:cNvPr id="16" name="BiliClass frame 16"/>
          <p:cNvSpPr/>
          <p:nvPr/>
        </p:nvSpPr>
        <p:spPr>
          <a:xfrm>
            <a:off x="960120" y="398678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[SOURCE_EXPLANATION]</a:t>
            </a:r>
          </a:p>
        </p:txBody>
      </p:sp>
      <p:sp>
        <p:nvSpPr>
          <p:cNvPr id="17" name="BiliClass frame 17"/>
          <p:cNvSpPr/>
          <p:nvPr/>
        </p:nvSpPr>
        <p:spPr>
          <a:xfrm>
            <a:off x="932688" y="4709160"/>
            <a:ext cx="5394960" cy="566928"/>
          </a:xfrm>
          <a:prstGeom prst="roundRect">
            <a:avLst>
              <a:gd name="adj" fmla="val 24194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8" name="BiliClass frame 18"/>
          <p:cNvSpPr/>
          <p:nvPr/>
        </p:nvSpPr>
        <p:spPr>
          <a:xfrm>
            <a:off x="1088136" y="47914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[SOURCE_KEY_IDEA]</a:t>
            </a:r>
          </a:p>
        </p:txBody>
      </p:sp>
      <p:sp>
        <p:nvSpPr>
          <p:cNvPr id="19" name="BiliClass frame 19"/>
          <p:cNvSpPr/>
          <p:nvPr/>
        </p:nvSpPr>
        <p:spPr>
          <a:xfrm>
            <a:off x="7562088" y="2359152"/>
            <a:ext cx="3950208" cy="3200400"/>
          </a:xfrm>
          <a:prstGeom prst="roundRect">
            <a:avLst>
              <a:gd name="adj" fmla="val 428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2166CF"/>
          </a:solidFill>
          <a:ln w="12700">
            <a:solidFill>
              <a:srgbClr val="2166C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D5E2F4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667512" y="2350008"/>
            <a:ext cx="6446520" cy="3246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5E2F4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  <p:sp>
        <p:nvSpPr>
          <p:cNvPr id="22" name="BiliClass frame 22"/>
          <p:cNvSpPr/>
          <p:nvPr/>
        </p:nvSpPr>
        <p:spPr>
          <a:xfrm>
            <a:off x="7415784" y="2359152"/>
            <a:ext cx="4050792" cy="3246120"/>
          </a:xfrm>
          <a:prstGeom prst="roundRect">
            <a:avLst>
              <a:gd name="adj" fmla="val 4225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3" name="BiliClass frame 23"/>
          <p:cNvSpPr/>
          <p:nvPr/>
        </p:nvSpPr>
        <p:spPr>
          <a:xfrm>
            <a:off x="7699248" y="2670048"/>
            <a:ext cx="3364992" cy="338328"/>
          </a:xfrm>
          <a:prstGeom prst="roundRect">
            <a:avLst>
              <a:gd name="adj" fmla="val 4054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4" name="BiliClass frame 24"/>
          <p:cNvSpPr/>
          <p:nvPr/>
        </p:nvSpPr>
        <p:spPr>
          <a:xfrm>
            <a:off x="7845552" y="270662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25" name="BiliClass frame 25"/>
          <p:cNvSpPr/>
          <p:nvPr/>
        </p:nvSpPr>
        <p:spPr>
          <a:xfrm>
            <a:off x="7699248" y="331012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[SOURCE_CAPTION]</a:t>
            </a:r>
          </a:p>
        </p:txBody>
      </p:sp>
      <p:sp>
        <p:nvSpPr>
          <p:cNvPr id="26" name="BiliClass frame 26"/>
          <p:cNvSpPr/>
          <p:nvPr/>
        </p:nvSpPr>
        <p:spPr>
          <a:xfrm>
            <a:off x="7699248" y="4096512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[SOURCE_EXPLANATION]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2166CF"/>
          </a:solidFill>
          <a:ln w="12700">
            <a:solidFill>
              <a:srgbClr val="2166C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D5E2F4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676656" y="2340864"/>
            <a:ext cx="5550408" cy="3182112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2F4"/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932688" y="2615184"/>
            <a:ext cx="2478024" cy="338328"/>
          </a:xfrm>
          <a:prstGeom prst="roundRect">
            <a:avLst>
              <a:gd name="adj" fmla="val 4054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4" name="BiliClass frame 14"/>
          <p:cNvSpPr/>
          <p:nvPr/>
        </p:nvSpPr>
        <p:spPr>
          <a:xfrm>
            <a:off x="1078992" y="265176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15" name="BiliClass frame 15"/>
          <p:cNvSpPr/>
          <p:nvPr/>
        </p:nvSpPr>
        <p:spPr>
          <a:xfrm>
            <a:off x="969264" y="3154680"/>
            <a:ext cx="4928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[SOURCE_QUESTION]</a:t>
            </a:r>
          </a:p>
        </p:txBody>
      </p:sp>
      <p:sp>
        <p:nvSpPr>
          <p:cNvPr id="16" name="BiliClass frame 16"/>
          <p:cNvSpPr/>
          <p:nvPr/>
        </p:nvSpPr>
        <p:spPr>
          <a:xfrm>
            <a:off x="969264" y="4169664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[SOURCE_INSTRUCTIONS]</a:t>
            </a:r>
          </a:p>
        </p:txBody>
      </p:sp>
      <p:sp>
        <p:nvSpPr>
          <p:cNvPr id="17" name="BiliClass frame 17"/>
          <p:cNvSpPr/>
          <p:nvPr/>
        </p:nvSpPr>
        <p:spPr>
          <a:xfrm>
            <a:off x="6510528" y="2340864"/>
            <a:ext cx="4864608" cy="3182112"/>
          </a:xfrm>
          <a:prstGeom prst="roundRect">
            <a:avLst>
              <a:gd name="adj" fmla="val 431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16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BiliClass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2026-10-11T02:09:18Z</dcterms:created>
  <dcterms:modified xsi:type="dcterms:W3CDTF">2026-10-11T02:09:18Z</dcterms:modified>
</cp:coreProperties>
</file>