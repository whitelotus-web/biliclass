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6bc7ad851cf4dff" /><Relationship Type="http://schemas.openxmlformats.org/officeDocument/2006/relationships/extended-properties" Target="/docProps/app.xml" Id="Rca8b14c28e2b41b4" /><Relationship Type="http://schemas.openxmlformats.org/officeDocument/2006/relationships/officeDocument" Target="/ppt/presentation.xml" Id="R0c25235aed7b40d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c0fe2dfd1b0496e"/>
  </p:sldMasterIdLst>
  <p:notesMasterIdLst>
    <p:notesMasterId xmlns:r="http://schemas.openxmlformats.org/officeDocument/2006/relationships" r:id="R06e50d3f1e2044f9"/>
  </p:notesMasterIdLst>
  <p:sldIdLst>
    <p:sldId xmlns:r="http://schemas.openxmlformats.org/officeDocument/2006/relationships" id="256" r:id="Rc0a96f1f64b740bc"/>
    <p:sldId xmlns:r="http://schemas.openxmlformats.org/officeDocument/2006/relationships" id="257" r:id="R09ae31f950bf422a"/>
    <p:sldId xmlns:r="http://schemas.openxmlformats.org/officeDocument/2006/relationships" id="258" r:id="Rd8f1cb23418c43d5"/>
    <p:sldId xmlns:r="http://schemas.openxmlformats.org/officeDocument/2006/relationships" id="259" r:id="Ra77aa441f82443e6"/>
    <p:sldId xmlns:r="http://schemas.openxmlformats.org/officeDocument/2006/relationships" id="260" r:id="R3c15440089524016"/>
    <p:sldId xmlns:r="http://schemas.openxmlformats.org/officeDocument/2006/relationships" id="261" r:id="R01aa52861c214256"/>
    <p:sldId xmlns:r="http://schemas.openxmlformats.org/officeDocument/2006/relationships" id="262" r:id="R33b3809d1cd94c4d"/>
    <p:sldId xmlns:r="http://schemas.openxmlformats.org/officeDocument/2006/relationships" id="263" r:id="R4681cd3681ad4c28"/>
    <p:sldId xmlns:r="http://schemas.openxmlformats.org/officeDocument/2006/relationships" id="264" r:id="Ra979d244f09c4cc7"/>
    <p:sldId xmlns:r="http://schemas.openxmlformats.org/officeDocument/2006/relationships" id="265" r:id="R7398296739af4cd4"/>
    <p:sldId xmlns:r="http://schemas.openxmlformats.org/officeDocument/2006/relationships" id="266" r:id="R6a3d6484a47a4422"/>
    <p:sldId xmlns:r="http://schemas.openxmlformats.org/officeDocument/2006/relationships" id="267" r:id="R29acdb2960a34d19"/>
    <p:sldId xmlns:r="http://schemas.openxmlformats.org/officeDocument/2006/relationships" id="268" r:id="R1b2d97ec8a394d82"/>
    <p:sldId xmlns:r="http://schemas.openxmlformats.org/officeDocument/2006/relationships" id="269" r:id="R3e43eb5f4a50489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0b6623bd5124e9f" /><Relationship Type="http://schemas.openxmlformats.org/officeDocument/2006/relationships/slideMaster" Target="/ppt/slideMasters/slideMaster1.xml" Id="Rfc0fe2dfd1b0496e" /><Relationship Type="http://schemas.openxmlformats.org/officeDocument/2006/relationships/notesMaster" Target="/ppt/notesMasters/notesMaster1.xml" Id="R06e50d3f1e2044f9" /><Relationship Type="http://schemas.openxmlformats.org/officeDocument/2006/relationships/presProps" Target="/ppt/presProps.xml" Id="Rb1a9a53b81984739" /><Relationship Type="http://schemas.openxmlformats.org/officeDocument/2006/relationships/tableStyles" Target="/ppt/tableStyles.xml" Id="R043aa3ee23f640df" /><Relationship Type="http://schemas.openxmlformats.org/officeDocument/2006/relationships/slide" Target="/ppt/slides/slide1.xml" Id="Rc0a96f1f64b740bc" /><Relationship Type="http://schemas.openxmlformats.org/officeDocument/2006/relationships/slide" Target="/ppt/slides/slide2.xml" Id="R09ae31f950bf422a" /><Relationship Type="http://schemas.openxmlformats.org/officeDocument/2006/relationships/slide" Target="/ppt/slides/slide3.xml" Id="Rd8f1cb23418c43d5" /><Relationship Type="http://schemas.openxmlformats.org/officeDocument/2006/relationships/slide" Target="/ppt/slides/slide4.xml" Id="Ra77aa441f82443e6" /><Relationship Type="http://schemas.openxmlformats.org/officeDocument/2006/relationships/slide" Target="/ppt/slides/slide5.xml" Id="R3c15440089524016" /><Relationship Type="http://schemas.openxmlformats.org/officeDocument/2006/relationships/slide" Target="/ppt/slides/slide6.xml" Id="R01aa52861c214256" /><Relationship Type="http://schemas.openxmlformats.org/officeDocument/2006/relationships/slide" Target="/ppt/slides/slide7.xml" Id="R33b3809d1cd94c4d" /><Relationship Type="http://schemas.openxmlformats.org/officeDocument/2006/relationships/slide" Target="/ppt/slides/slide8.xml" Id="R4681cd3681ad4c28" /><Relationship Type="http://schemas.openxmlformats.org/officeDocument/2006/relationships/slide" Target="/ppt/slides/slide9.xml" Id="Ra979d244f09c4cc7" /><Relationship Type="http://schemas.openxmlformats.org/officeDocument/2006/relationships/slide" Target="/ppt/slides/slide10.xml" Id="R7398296739af4cd4" /><Relationship Type="http://schemas.openxmlformats.org/officeDocument/2006/relationships/slide" Target="/ppt/slides/slide11.xml" Id="R6a3d6484a47a4422" /><Relationship Type="http://schemas.openxmlformats.org/officeDocument/2006/relationships/slide" Target="/ppt/slides/slide12.xml" Id="R29acdb2960a34d19" /><Relationship Type="http://schemas.openxmlformats.org/officeDocument/2006/relationships/slide" Target="/ppt/slides/slide13.xml" Id="R1b2d97ec8a394d82" /><Relationship Type="http://schemas.openxmlformats.org/officeDocument/2006/relationships/slide" Target="/ppt/slides/slide14.xml" Id="R3e43eb5f4a50489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e3b697af3e2460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8a472a78cbd48de" /><Relationship Type="http://schemas.openxmlformats.org/officeDocument/2006/relationships/notesMaster" Target="/ppt/notesMasters/notesMaster1.xml" Id="R280e9145ccfc4c8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0adea2330944de4" /><Relationship Type="http://schemas.openxmlformats.org/officeDocument/2006/relationships/notesMaster" Target="/ppt/notesMasters/notesMaster1.xml" Id="Rd5aab523fb80409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92e40662d394c11" /><Relationship Type="http://schemas.openxmlformats.org/officeDocument/2006/relationships/notesMaster" Target="/ppt/notesMasters/notesMaster1.xml" Id="R6c0ae06f5b43490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cae1160900741f1" /><Relationship Type="http://schemas.openxmlformats.org/officeDocument/2006/relationships/notesMaster" Target="/ppt/notesMasters/notesMaster1.xml" Id="R62f4732d6f174ce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2462b151dad4310" /><Relationship Type="http://schemas.openxmlformats.org/officeDocument/2006/relationships/notesMaster" Target="/ppt/notesMasters/notesMaster1.xml" Id="R125ec2e9a4114c5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307398be87f4e2e" /><Relationship Type="http://schemas.openxmlformats.org/officeDocument/2006/relationships/notesMaster" Target="/ppt/notesMasters/notesMaster1.xml" Id="R2caca05a9f1e461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056e4e15186409d" /><Relationship Type="http://schemas.openxmlformats.org/officeDocument/2006/relationships/notesMaster" Target="/ppt/notesMasters/notesMaster1.xml" Id="Re82e51c3b30a48d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020f7d542564e54" /><Relationship Type="http://schemas.openxmlformats.org/officeDocument/2006/relationships/notesMaster" Target="/ppt/notesMasters/notesMaster1.xml" Id="R00a0b68f40db441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95f349061f444a2" /><Relationship Type="http://schemas.openxmlformats.org/officeDocument/2006/relationships/notesMaster" Target="/ppt/notesMasters/notesMaster1.xml" Id="R51d435abcba44b3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1993cb0fa374e54" /><Relationship Type="http://schemas.openxmlformats.org/officeDocument/2006/relationships/notesMaster" Target="/ppt/notesMasters/notesMaster1.xml" Id="R82f5c2cb0d2e4e1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82365036d494257" /><Relationship Type="http://schemas.openxmlformats.org/officeDocument/2006/relationships/notesMaster" Target="/ppt/notesMasters/notesMaster1.xml" Id="R690d625c4def4b9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8ef6900727440a1" /><Relationship Type="http://schemas.openxmlformats.org/officeDocument/2006/relationships/notesMaster" Target="/ppt/notesMasters/notesMaster1.xml" Id="Rfb72cfc7bb2141e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99ccb28f4a0f4d3e" /><Relationship Type="http://schemas.openxmlformats.org/officeDocument/2006/relationships/notesMaster" Target="/ppt/notesMasters/notesMaster1.xml" Id="R7f4ce04b84ca4f8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7fe757ed43d494b" /><Relationship Type="http://schemas.openxmlformats.org/officeDocument/2006/relationships/notesMaster" Target="/ppt/notesMasters/notesMaster1.xml" Id="R237afaff82fe447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Mẫu visual: title. Thay các phần trong ngoặc bằng nội dung đã kiểm tra. Đây là mẫu cấu trúc, không phải bài học đã duyệt.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Mẫu visual: goal. Thay các phần trong ngoặc bằng nội dung đã kiểm tra. Đây là mẫu cấu trúc, không phải bài học đã duyệt.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Mẫu visual: warmup. Thay các phần trong ngoặc bằng nội dung đã kiểm tra. Đây là mẫu cấu trúc, không phải bài học đã duyệt.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Mẫu visual: vocabulary. Thay các phần trong ngoặc bằng nội dung đã kiểm tra. Đây là mẫu cấu trúc, không phải bài học đã duyệt.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Mẫu visual: concept. Thay các phần trong ngoặc bằng nội dung đã kiểm tra. Đây là mẫu cấu trúc, không phải bài học đã duyệt.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Mẫu visual: explanation. Thay các phần trong ngoặc bằng nội dung đã kiểm tra. Đây là mẫu cấu trúc, không phải bài học đã duyệt.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Mẫu visual: visual. Thay các phần trong ngoặc bằng nội dung đã kiểm tra. Đây là mẫu cấu trúc, không phải bài học đã duyệt.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Mẫu visual: compare. Thay các phần trong ngoặc bằng nội dung đã kiểm tra. Đây là mẫu cấu trúc, không phải bài học đã duyệt.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Mẫu visual: formula. Thay các phần trong ngoặc bằng nội dung đã kiểm tra. Đây là mẫu cấu trúc, không phải bài học đã duyệt.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Mẫu visual: example. Thay các phần trong ngoặc bằng nội dung đã kiểm tra. Đây là mẫu cấu trúc, không phải bài học đã duyệt.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Mẫu visual: practice. Thay các phần trong ngoặc bằng nội dung đã kiểm tra. Đây là mẫu cấu trúc, không phải bài học đã duyệt.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Mẫu visual: question. Thay các phần trong ngoặc bằng nội dung đã kiểm tra. Đây là mẫu cấu trúc, không phải bài học đã duyệt.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Mẫu visual: check. Thay các phần trong ngoặc bằng nội dung đã kiểm tra. Đây là mẫu cấu trúc, không phải bài học đã duyệt.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Mẫu visual: summary. Thay các phần trong ngoặc bằng nội dung đã kiểm tra. Đây là mẫu cấu trúc, không phải bài học đã duyệt.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f8afa282e8b46e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c7e35e9a16843ff" /><Relationship Type="http://schemas.openxmlformats.org/officeDocument/2006/relationships/slideLayout" Target="/ppt/slideLayouts/slideLayout1.xml" Id="R0e13707dfd1044f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e13707dfd1044f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59110f1c164589" /><Relationship Type="http://schemas.openxmlformats.org/officeDocument/2006/relationships/notesSlide" Target="/ppt/notesSlides/notesSlide1.xml" Id="R5654b203a04444d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929ee6bf334f9b" /><Relationship Type="http://schemas.openxmlformats.org/officeDocument/2006/relationships/notesSlide" Target="/ppt/notesSlides/notesSlide2.xml" Id="Rf8a32966ae52416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74539e95734d0b" /><Relationship Type="http://schemas.openxmlformats.org/officeDocument/2006/relationships/notesSlide" Target="/ppt/notesSlides/notesSlide3.xml" Id="Rfab4d02314a24fd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d0ff64d7894761" /><Relationship Type="http://schemas.openxmlformats.org/officeDocument/2006/relationships/notesSlide" Target="/ppt/notesSlides/notesSlide4.xml" Id="Rb50ff4cb696d4ff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c4cffc6f944311" /><Relationship Type="http://schemas.openxmlformats.org/officeDocument/2006/relationships/notesSlide" Target="/ppt/notesSlides/notesSlide5.xml" Id="R1bdd16d09ed444f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d037af418a4db1" /><Relationship Type="http://schemas.openxmlformats.org/officeDocument/2006/relationships/notesSlide" Target="/ppt/notesSlides/notesSlide6.xml" Id="Re9753841b8cf459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b61f13f5194d1c" /><Relationship Type="http://schemas.openxmlformats.org/officeDocument/2006/relationships/notesSlide" Target="/ppt/notesSlides/notesSlide7.xml" Id="Rba3f2181bd0d431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08c23a1102405d" /><Relationship Type="http://schemas.openxmlformats.org/officeDocument/2006/relationships/notesSlide" Target="/ppt/notesSlides/notesSlide8.xml" Id="R5acafe8fc1014fd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fd8540582b4d39" /><Relationship Type="http://schemas.openxmlformats.org/officeDocument/2006/relationships/notesSlide" Target="/ppt/notesSlides/notesSlide9.xml" Id="Rc139669dd2a047b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a7cf82c90f4673" /><Relationship Type="http://schemas.openxmlformats.org/officeDocument/2006/relationships/notesSlide" Target="/ppt/notesSlides/notesSlide10.xml" Id="R54f12da7096f441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fa0c08f0e14d8e" /><Relationship Type="http://schemas.openxmlformats.org/officeDocument/2006/relationships/notesSlide" Target="/ppt/notesSlides/notesSlide11.xml" Id="Rb706f74ea0f54d3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edfea664dc4d28" /><Relationship Type="http://schemas.openxmlformats.org/officeDocument/2006/relationships/notesSlide" Target="/ppt/notesSlides/notesSlide12.xml" Id="Rcc9c1433f0cc49f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8ddbe6f4684da6" /><Relationship Type="http://schemas.openxmlformats.org/officeDocument/2006/relationships/notesSlide" Target="/ppt/notesSlides/notesSlide13.xml" Id="Rdcd9856472294245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55ee9091bf442a" /><Relationship Type="http://schemas.openxmlformats.org/officeDocument/2006/relationships/notesSlide" Target="/ppt/notesSlides/notesSlide14.xml" Id="Rf4199e3363024d8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4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-0">
            <a:extLst xmlns:a="http://schemas.openxmlformats.org/drawingml/2006/main">
              <a:ext uri="{FF2B5EF4-FFF2-40B4-BE49-F238E27FC236}">
                <a16:creationId xmlns:a16="http://schemas.microsoft.com/office/drawing/2014/main" id="{F0FF53EB-3DDE-4CB3-92F6-C7B46B5EB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87F70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087F70"/>
                </a:solidFill>
                <a:latin typeface="Arial"/>
                <a:ea typeface="Arial"/>
                <a:cs typeface="Arial"/>
              </a:rPr>
              <a:t>BiliClass   /   Môn học của thầy cô   /   10–12</a:t>
            </a:r>
          </a:p>
        </p:txBody>
      </p:sp>
      <p:sp>
        <p:nvSpPr>
          <p:cNvPr id="2" name="title-1">
            <a:extLst xmlns:a="http://schemas.openxmlformats.org/drawingml/2006/main">
              <a:ext uri="{FF2B5EF4-FFF2-40B4-BE49-F238E27FC236}">
                <a16:creationId xmlns:a16="http://schemas.microsoft.com/office/drawing/2014/main" id="{3CC468E2-6ED2-4A0F-A1FE-A36A06949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123C37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123C37"/>
                </a:solidFill>
                <a:latin typeface="Arial"/>
                <a:ea typeface="Arial"/>
                <a:cs typeface="Arial"/>
              </a:rPr>
              <a:t>Mẫu bài giảng song ngữ</a:t>
            </a:r>
          </a:p>
        </p:txBody>
      </p:sp>
      <p:sp>
        <p:nvSpPr>
          <p:cNvPr id="3" name="title-2">
            <a:extLst xmlns:a="http://schemas.openxmlformats.org/drawingml/2006/main">
              <a:ext uri="{FF2B5EF4-FFF2-40B4-BE49-F238E27FC236}">
                <a16:creationId xmlns:a16="http://schemas.microsoft.com/office/drawing/2014/main" id="{A3F3E81B-D1C5-4AF7-9BD9-D1822F450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5E7D76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5E7D76"/>
                </a:solidFill>
                <a:latin typeface="Arial"/>
                <a:ea typeface="Arial"/>
                <a:cs typeface="Arial"/>
              </a:rPr>
              <a:t>Tên bài  /  Lesson title</a:t>
            </a:r>
          </a:p>
        </p:txBody>
      </p:sp>
      <p:sp>
        <p:nvSpPr>
          <p:cNvPr id="4" name="title-3">
            <a:extLst xmlns:a="http://schemas.openxmlformats.org/drawingml/2006/main">
              <a:ext uri="{FF2B5EF4-FFF2-40B4-BE49-F238E27FC236}">
                <a16:creationId xmlns:a16="http://schemas.microsoft.com/office/drawing/2014/main" id="{C9EA99B2-0F01-4CA1-A3EA-B3B861611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E7D76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E7D76"/>
                </a:solidFill>
                <a:latin typeface="Arial"/>
                <a:ea typeface="Arial"/>
                <a:cs typeface="Arial"/>
              </a:rPr>
              <a:t>Mẫu cấu trúc · Thay bằng nội dung bài học</a:t>
            </a:r>
          </a:p>
        </p:txBody>
      </p:sp>
      <p:sp>
        <p:nvSpPr>
          <p:cNvPr id="5" name="title-4">
            <a:extLst xmlns:a="http://schemas.openxmlformats.org/drawingml/2006/main">
              <a:ext uri="{FF2B5EF4-FFF2-40B4-BE49-F238E27FC236}">
                <a16:creationId xmlns:a16="http://schemas.microsoft.com/office/drawing/2014/main" id="{D98EBAE0-ED9D-4975-8B78-82D9CABA1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71700"/>
            <a:ext cx="1036320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900" b="1" i="0">
                <a:solidFill>
                  <a:srgbClr val="123C37"/>
                </a:solidFill>
                <a:latin typeface="Arial"/>
                <a:ea typeface="Arial"/>
                <a:cs typeface="Arial"/>
              </a:defRPr>
            </a:pPr>
            <a:r>
              <a:rPr sz="3900" b="1" i="0">
                <a:solidFill>
                  <a:srgbClr val="123C37"/>
                </a:solidFill>
                <a:latin typeface="Arial"/>
                <a:ea typeface="Arial"/>
                <a:cs typeface="Arial"/>
              </a:rPr>
              <a:t>[Tên bài học]</a:t>
            </a:r>
          </a:p>
          <a:p xmlns:a="http://schemas.openxmlformats.org/drawingml/2006/main">
            <a:pPr algn="l">
              <a:defRPr sz="3900" b="1" i="0">
                <a:solidFill>
                  <a:srgbClr val="123C37"/>
                </a:solidFill>
                <a:latin typeface="Arial"/>
                <a:ea typeface="Arial"/>
                <a:cs typeface="Arial"/>
              </a:defRPr>
            </a:pPr>
            <a:r>
              <a:rPr sz="3900" b="1" i="0">
                <a:solidFill>
                  <a:srgbClr val="123C37"/>
                </a:solidFill>
                <a:latin typeface="Arial"/>
                <a:ea typeface="Arial"/>
                <a:cs typeface="Arial"/>
              </a:rPr>
              <a:t>[Chủ đề của tiết học]</a:t>
            </a:r>
          </a:p>
        </p:txBody>
      </p:sp>
      <p:sp>
        <p:nvSpPr>
          <p:cNvPr id="6" name="title-5">
            <a:extLst xmlns:a="http://schemas.openxmlformats.org/drawingml/2006/main">
              <a:ext uri="{FF2B5EF4-FFF2-40B4-BE49-F238E27FC236}">
                <a16:creationId xmlns:a16="http://schemas.microsoft.com/office/drawing/2014/main" id="{6F444EF1-DAAE-4A16-800E-1C131F243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48150"/>
            <a:ext cx="1036320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900" b="1" i="1">
                <a:solidFill>
                  <a:srgbClr val="087F70"/>
                </a:solidFill>
                <a:latin typeface="Arial"/>
                <a:ea typeface="Arial"/>
                <a:cs typeface="Arial"/>
              </a:defRPr>
            </a:pPr>
            <a:r>
              <a:rPr sz="3900" b="1" i="1">
                <a:solidFill>
                  <a:srgbClr val="087F70"/>
                </a:solidFill>
                <a:latin typeface="Arial"/>
                <a:ea typeface="Arial"/>
                <a:cs typeface="Arial"/>
              </a:rPr>
              <a:t>[Lesson title]</a:t>
            </a:r>
          </a:p>
          <a:p xmlns:a="http://schemas.openxmlformats.org/drawingml/2006/main">
            <a:pPr algn="l">
              <a:defRPr sz="3900" b="1" i="1">
                <a:solidFill>
                  <a:srgbClr val="087F70"/>
                </a:solidFill>
                <a:latin typeface="Arial"/>
                <a:ea typeface="Arial"/>
                <a:cs typeface="Arial"/>
              </a:defRPr>
            </a:pPr>
            <a:r>
              <a:rPr sz="3900" b="1" i="1">
                <a:solidFill>
                  <a:srgbClr val="087F70"/>
                </a:solidFill>
                <a:latin typeface="Arial"/>
                <a:ea typeface="Arial"/>
                <a:cs typeface="Arial"/>
              </a:rPr>
              <a:t>[Topic of the lesson]</a:t>
            </a:r>
          </a:p>
        </p:txBody>
      </p:sp>
    </p:spTree>
    <p:extLst>
      <p:ext uri="{BB962C8B-B14F-4D97-AF65-F5344CB8AC3E}">
        <p14:creationId xmlns:p14="http://schemas.microsoft.com/office/powerpoint/2010/main" val="188737682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goal-0">
            <a:extLst xmlns:a="http://schemas.openxmlformats.org/drawingml/2006/main">
              <a:ext uri="{FF2B5EF4-FFF2-40B4-BE49-F238E27FC236}">
                <a16:creationId xmlns:a16="http://schemas.microsoft.com/office/drawing/2014/main" id="{2A31744D-5CD1-4CA4-AE8A-2F5863E6F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87F70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087F70"/>
                </a:solidFill>
                <a:latin typeface="Arial"/>
                <a:ea typeface="Arial"/>
                <a:cs typeface="Arial"/>
              </a:rPr>
              <a:t>BiliClass   /   Môn học của thầy cô   /   10–12</a:t>
            </a:r>
          </a:p>
        </p:txBody>
      </p:sp>
      <p:sp>
        <p:nvSpPr>
          <p:cNvPr id="2" name="goal-1">
            <a:extLst xmlns:a="http://schemas.openxmlformats.org/drawingml/2006/main">
              <a:ext uri="{FF2B5EF4-FFF2-40B4-BE49-F238E27FC236}">
                <a16:creationId xmlns:a16="http://schemas.microsoft.com/office/drawing/2014/main" id="{AD356954-54DE-4781-86B8-65B225E40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123C37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123C37"/>
                </a:solidFill>
                <a:latin typeface="Arial"/>
                <a:ea typeface="Arial"/>
                <a:cs typeface="Arial"/>
              </a:rPr>
              <a:t>Mẫu bài giảng song ngữ</a:t>
            </a:r>
          </a:p>
        </p:txBody>
      </p:sp>
      <p:sp>
        <p:nvSpPr>
          <p:cNvPr id="3" name="goal-2">
            <a:extLst xmlns:a="http://schemas.openxmlformats.org/drawingml/2006/main">
              <a:ext uri="{FF2B5EF4-FFF2-40B4-BE49-F238E27FC236}">
                <a16:creationId xmlns:a16="http://schemas.microsoft.com/office/drawing/2014/main" id="{D3513CC6-575D-4914-89EC-DFF1D2724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5E7D76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5E7D76"/>
                </a:solidFill>
                <a:latin typeface="Arial"/>
                <a:ea typeface="Arial"/>
                <a:cs typeface="Arial"/>
              </a:rPr>
              <a:t>Mục tiêu  /  Learning goals</a:t>
            </a:r>
          </a:p>
        </p:txBody>
      </p:sp>
      <p:sp>
        <p:nvSpPr>
          <p:cNvPr id="4" name="goal-3">
            <a:extLst xmlns:a="http://schemas.openxmlformats.org/drawingml/2006/main">
              <a:ext uri="{FF2B5EF4-FFF2-40B4-BE49-F238E27FC236}">
                <a16:creationId xmlns:a16="http://schemas.microsoft.com/office/drawing/2014/main" id="{3F674B2D-3346-443B-B849-7D2E99D1F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E7D76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E7D76"/>
                </a:solidFill>
                <a:latin typeface="Arial"/>
                <a:ea typeface="Arial"/>
                <a:cs typeface="Arial"/>
              </a:rPr>
              <a:t>Mẫu cấu trúc · Thay bằng nội dung bài học</a:t>
            </a:r>
          </a:p>
        </p:txBody>
      </p:sp>
      <p:sp>
        <p:nvSpPr>
          <p:cNvPr id="5" name="goal-4">
            <a:extLst xmlns:a="http://schemas.openxmlformats.org/drawingml/2006/main">
              <a:ext uri="{FF2B5EF4-FFF2-40B4-BE49-F238E27FC236}">
                <a16:creationId xmlns:a16="http://schemas.microsoft.com/office/drawing/2014/main" id="{AA74A5B7-64FE-41E4-936B-6CA532A72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109728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 i="0">
                <a:solidFill>
                  <a:srgbClr val="123C37"/>
                </a:solidFill>
                <a:latin typeface="Arial"/>
                <a:ea typeface="Arial"/>
                <a:cs typeface="Arial"/>
              </a:defRPr>
            </a:pPr>
            <a:r>
              <a:rPr sz="2550" b="0" i="0">
                <a:solidFill>
                  <a:srgbClr val="123C37"/>
                </a:solidFill>
                <a:latin typeface="Arial"/>
                <a:ea typeface="Arial"/>
                <a:cs typeface="Arial"/>
              </a:rPr>
              <a:t>[Điều học sinh cần hiểu]</a:t>
            </a:r>
          </a:p>
          <a:p xmlns:a="http://schemas.openxmlformats.org/drawingml/2006/main">
            <a:pPr algn="l">
              <a:defRPr sz="2550" b="0" i="0">
                <a:solidFill>
                  <a:srgbClr val="123C37"/>
                </a:solidFill>
                <a:latin typeface="Arial"/>
                <a:ea typeface="Arial"/>
                <a:cs typeface="Arial"/>
              </a:defRPr>
            </a:pPr>
            <a:r>
              <a:rPr sz="2550" b="0" i="0">
                <a:solidFill>
                  <a:srgbClr val="123C37"/>
                </a:solidFill>
                <a:latin typeface="Arial"/>
                <a:ea typeface="Arial"/>
                <a:cs typeface="Arial"/>
              </a:rPr>
              <a:t>[Điều học sinh cần làm được]</a:t>
            </a:r>
          </a:p>
        </p:txBody>
      </p:sp>
      <p:sp>
        <p:nvSpPr>
          <p:cNvPr id="6" name="goal-5">
            <a:extLst xmlns:a="http://schemas.openxmlformats.org/drawingml/2006/main">
              <a:ext uri="{FF2B5EF4-FFF2-40B4-BE49-F238E27FC236}">
                <a16:creationId xmlns:a16="http://schemas.microsoft.com/office/drawing/2014/main" id="{59FD5353-7FE2-4CEE-B432-3E1D10693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109728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 i="1">
                <a:solidFill>
                  <a:srgbClr val="087F70"/>
                </a:solidFill>
                <a:latin typeface="Arial"/>
                <a:ea typeface="Arial"/>
                <a:cs typeface="Arial"/>
              </a:defRPr>
            </a:pPr>
            <a:r>
              <a:rPr sz="2550" b="0" i="1">
                <a:solidFill>
                  <a:srgbClr val="087F70"/>
                </a:solidFill>
                <a:latin typeface="Arial"/>
                <a:ea typeface="Arial"/>
                <a:cs typeface="Arial"/>
              </a:rPr>
              <a:t>[What students should understand]</a:t>
            </a:r>
          </a:p>
          <a:p xmlns:a="http://schemas.openxmlformats.org/drawingml/2006/main">
            <a:pPr algn="l">
              <a:defRPr sz="2550" b="0" i="1">
                <a:solidFill>
                  <a:srgbClr val="087F70"/>
                </a:solidFill>
                <a:latin typeface="Arial"/>
                <a:ea typeface="Arial"/>
                <a:cs typeface="Arial"/>
              </a:defRPr>
            </a:pPr>
            <a:r>
              <a:rPr sz="2550" b="0" i="1">
                <a:solidFill>
                  <a:srgbClr val="087F70"/>
                </a:solidFill>
                <a:latin typeface="Arial"/>
                <a:ea typeface="Arial"/>
                <a:cs typeface="Arial"/>
              </a:rPr>
              <a:t>[What students should be able to do]</a:t>
            </a:r>
          </a:p>
        </p:txBody>
      </p:sp>
    </p:spTree>
    <p:extLst>
      <p:ext uri="{BB962C8B-B14F-4D97-AF65-F5344CB8AC3E}">
        <p14:creationId xmlns:p14="http://schemas.microsoft.com/office/powerpoint/2010/main" val="114520476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warmup-0">
            <a:extLst xmlns:a="http://schemas.openxmlformats.org/drawingml/2006/main">
              <a:ext uri="{FF2B5EF4-FFF2-40B4-BE49-F238E27FC236}">
                <a16:creationId xmlns:a16="http://schemas.microsoft.com/office/drawing/2014/main" id="{DBD879A1-BC28-42A4-B2DC-B7F96B052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87F70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087F70"/>
                </a:solidFill>
                <a:latin typeface="Arial"/>
                <a:ea typeface="Arial"/>
                <a:cs typeface="Arial"/>
              </a:rPr>
              <a:t>BiliClass   /   Môn học của thầy cô   /   10–12</a:t>
            </a:r>
          </a:p>
        </p:txBody>
      </p:sp>
      <p:sp>
        <p:nvSpPr>
          <p:cNvPr id="2" name="warmup-1">
            <a:extLst xmlns:a="http://schemas.openxmlformats.org/drawingml/2006/main">
              <a:ext uri="{FF2B5EF4-FFF2-40B4-BE49-F238E27FC236}">
                <a16:creationId xmlns:a16="http://schemas.microsoft.com/office/drawing/2014/main" id="{71A9B288-0DC5-4913-AEA3-11AE6F3F7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123C37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123C37"/>
                </a:solidFill>
                <a:latin typeface="Arial"/>
                <a:ea typeface="Arial"/>
                <a:cs typeface="Arial"/>
              </a:rPr>
              <a:t>Mẫu bài giảng song ngữ</a:t>
            </a:r>
          </a:p>
        </p:txBody>
      </p:sp>
      <p:sp>
        <p:nvSpPr>
          <p:cNvPr id="3" name="warmup-2">
            <a:extLst xmlns:a="http://schemas.openxmlformats.org/drawingml/2006/main">
              <a:ext uri="{FF2B5EF4-FFF2-40B4-BE49-F238E27FC236}">
                <a16:creationId xmlns:a16="http://schemas.microsoft.com/office/drawing/2014/main" id="{F8D3FCEF-04C9-4C60-B5E5-E652019F2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5E7D76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5E7D76"/>
                </a:solidFill>
                <a:latin typeface="Arial"/>
                <a:ea typeface="Arial"/>
                <a:cs typeface="Arial"/>
              </a:rPr>
              <a:t>Khởi động  /  Warm-up</a:t>
            </a:r>
          </a:p>
        </p:txBody>
      </p:sp>
      <p:sp>
        <p:nvSpPr>
          <p:cNvPr id="4" name="warmup-3">
            <a:extLst xmlns:a="http://schemas.openxmlformats.org/drawingml/2006/main">
              <a:ext uri="{FF2B5EF4-FFF2-40B4-BE49-F238E27FC236}">
                <a16:creationId xmlns:a16="http://schemas.microsoft.com/office/drawing/2014/main" id="{732D6343-929E-4A06-BFF4-1DDCE3D6B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E7D76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E7D76"/>
                </a:solidFill>
                <a:latin typeface="Arial"/>
                <a:ea typeface="Arial"/>
                <a:cs typeface="Arial"/>
              </a:rPr>
              <a:t>Mẫu cấu trúc · Thay bằng nội dung bài học</a:t>
            </a:r>
          </a:p>
        </p:txBody>
      </p:sp>
      <p:sp>
        <p:nvSpPr>
          <p:cNvPr id="5" name="warmup-4">
            <a:extLst xmlns:a="http://schemas.openxmlformats.org/drawingml/2006/main">
              <a:ext uri="{FF2B5EF4-FFF2-40B4-BE49-F238E27FC236}">
                <a16:creationId xmlns:a16="http://schemas.microsoft.com/office/drawing/2014/main" id="{F8DA5D98-0705-4CFB-8FF4-328CACE00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109728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123C37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123C37"/>
                </a:solidFill>
                <a:latin typeface="Arial"/>
                <a:ea typeface="Arial"/>
                <a:cs typeface="Arial"/>
              </a:rPr>
              <a:t>[Câu hỏi mở đầu từ bài học]</a:t>
            </a:r>
          </a:p>
          <a:p xmlns:a="http://schemas.openxmlformats.org/drawingml/2006/main">
            <a:pPr algn="l">
              <a:defRPr sz="3000" b="1" i="0">
                <a:solidFill>
                  <a:srgbClr val="123C37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123C37"/>
                </a:solidFill>
                <a:latin typeface="Arial"/>
                <a:ea typeface="Arial"/>
                <a:cs typeface="Arial"/>
              </a:rPr>
              <a:t>[Thông tin để học sinh quan sát]</a:t>
            </a:r>
          </a:p>
        </p:txBody>
      </p:sp>
      <p:sp>
        <p:nvSpPr>
          <p:cNvPr id="6" name="warmup-5">
            <a:extLst xmlns:a="http://schemas.openxmlformats.org/drawingml/2006/main">
              <a:ext uri="{FF2B5EF4-FFF2-40B4-BE49-F238E27FC236}">
                <a16:creationId xmlns:a16="http://schemas.microsoft.com/office/drawing/2014/main" id="{0ED84E23-F6CC-457F-90B3-94486F61F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109728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 i="1">
                <a:solidFill>
                  <a:srgbClr val="087F70"/>
                </a:solidFill>
                <a:latin typeface="Arial"/>
                <a:ea typeface="Arial"/>
                <a:cs typeface="Arial"/>
              </a:defRPr>
            </a:pPr>
            <a:r>
              <a:rPr sz="3000" b="1" i="1">
                <a:solidFill>
                  <a:srgbClr val="087F70"/>
                </a:solidFill>
                <a:latin typeface="Arial"/>
                <a:ea typeface="Arial"/>
                <a:cs typeface="Arial"/>
              </a:rPr>
              <a:t>[Opening question from the lesson]</a:t>
            </a:r>
          </a:p>
          <a:p xmlns:a="http://schemas.openxmlformats.org/drawingml/2006/main">
            <a:pPr algn="l">
              <a:defRPr sz="3000" b="1" i="1">
                <a:solidFill>
                  <a:srgbClr val="087F70"/>
                </a:solidFill>
                <a:latin typeface="Arial"/>
                <a:ea typeface="Arial"/>
                <a:cs typeface="Arial"/>
              </a:defRPr>
            </a:pPr>
            <a:r>
              <a:rPr sz="3000" b="1" i="1">
                <a:solidFill>
                  <a:srgbClr val="087F70"/>
                </a:solidFill>
                <a:latin typeface="Arial"/>
                <a:ea typeface="Arial"/>
                <a:cs typeface="Arial"/>
              </a:rPr>
              <a:t>[Information for students to observe]</a:t>
            </a:r>
          </a:p>
        </p:txBody>
      </p:sp>
    </p:spTree>
    <p:extLst>
      <p:ext uri="{BB962C8B-B14F-4D97-AF65-F5344CB8AC3E}">
        <p14:creationId xmlns:p14="http://schemas.microsoft.com/office/powerpoint/2010/main" val="165691594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vocabulary-0">
            <a:extLst xmlns:a="http://schemas.openxmlformats.org/drawingml/2006/main">
              <a:ext uri="{FF2B5EF4-FFF2-40B4-BE49-F238E27FC236}">
                <a16:creationId xmlns:a16="http://schemas.microsoft.com/office/drawing/2014/main" id="{27948B98-EA83-4562-8B4E-E674827D7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87F70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087F70"/>
                </a:solidFill>
                <a:latin typeface="Arial"/>
                <a:ea typeface="Arial"/>
                <a:cs typeface="Arial"/>
              </a:rPr>
              <a:t>BiliClass   /   Môn học của thầy cô   /   10–12</a:t>
            </a:r>
          </a:p>
        </p:txBody>
      </p:sp>
      <p:sp>
        <p:nvSpPr>
          <p:cNvPr id="2" name="vocabulary-1">
            <a:extLst xmlns:a="http://schemas.openxmlformats.org/drawingml/2006/main">
              <a:ext uri="{FF2B5EF4-FFF2-40B4-BE49-F238E27FC236}">
                <a16:creationId xmlns:a16="http://schemas.microsoft.com/office/drawing/2014/main" id="{6ACD3CE0-3554-407C-8F37-DC83AD967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123C37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123C37"/>
                </a:solidFill>
                <a:latin typeface="Arial"/>
                <a:ea typeface="Arial"/>
                <a:cs typeface="Arial"/>
              </a:rPr>
              <a:t>Mẫu bài giảng song ngữ</a:t>
            </a:r>
          </a:p>
        </p:txBody>
      </p:sp>
      <p:sp>
        <p:nvSpPr>
          <p:cNvPr id="3" name="vocabulary-2">
            <a:extLst xmlns:a="http://schemas.openxmlformats.org/drawingml/2006/main">
              <a:ext uri="{FF2B5EF4-FFF2-40B4-BE49-F238E27FC236}">
                <a16:creationId xmlns:a16="http://schemas.microsoft.com/office/drawing/2014/main" id="{AFC4D7E6-A979-4A57-A5DD-6AD8BEE30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5E7D76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5E7D76"/>
                </a:solidFill>
                <a:latin typeface="Arial"/>
                <a:ea typeface="Arial"/>
                <a:cs typeface="Arial"/>
              </a:rPr>
              <a:t>Từ khóa song ngữ  /  Key vocabulary</a:t>
            </a:r>
          </a:p>
        </p:txBody>
      </p:sp>
      <p:sp>
        <p:nvSpPr>
          <p:cNvPr id="4" name="vocabulary-3">
            <a:extLst xmlns:a="http://schemas.openxmlformats.org/drawingml/2006/main">
              <a:ext uri="{FF2B5EF4-FFF2-40B4-BE49-F238E27FC236}">
                <a16:creationId xmlns:a16="http://schemas.microsoft.com/office/drawing/2014/main" id="{05C55FA7-1C6E-4ADB-B227-402D1F3DA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E7D76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E7D76"/>
                </a:solidFill>
                <a:latin typeface="Arial"/>
                <a:ea typeface="Arial"/>
                <a:cs typeface="Arial"/>
              </a:rPr>
              <a:t>Mẫu cấu trúc · Thay bằng nội dung bài học</a:t>
            </a:r>
          </a:p>
        </p:txBody>
      </p:sp>
      <p:sp>
        <p:nvSpPr>
          <p:cNvPr id="5" name="vocabulary-4">
            <a:extLst xmlns:a="http://schemas.openxmlformats.org/drawingml/2006/main">
              <a:ext uri="{FF2B5EF4-FFF2-40B4-BE49-F238E27FC236}">
                <a16:creationId xmlns:a16="http://schemas.microsoft.com/office/drawing/2014/main" id="{29C96D00-B402-40BC-81DB-FBF33565D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109728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 i="0">
                <a:solidFill>
                  <a:srgbClr val="123C37"/>
                </a:solidFill>
                <a:latin typeface="Arial"/>
                <a:ea typeface="Arial"/>
                <a:cs typeface="Arial"/>
              </a:defRPr>
            </a:pPr>
            <a:r>
              <a:rPr sz="2550" b="0" i="0">
                <a:solidFill>
                  <a:srgbClr val="123C37"/>
                </a:solidFill>
                <a:latin typeface="Arial"/>
                <a:ea typeface="Arial"/>
                <a:cs typeface="Arial"/>
              </a:rPr>
              <a:t>[Thuật ngữ thứ nhất]</a:t>
            </a:r>
          </a:p>
          <a:p xmlns:a="http://schemas.openxmlformats.org/drawingml/2006/main">
            <a:pPr algn="l">
              <a:defRPr sz="2550" b="0" i="0">
                <a:solidFill>
                  <a:srgbClr val="123C37"/>
                </a:solidFill>
                <a:latin typeface="Arial"/>
                <a:ea typeface="Arial"/>
                <a:cs typeface="Arial"/>
              </a:defRPr>
            </a:pPr>
            <a:r>
              <a:rPr sz="2550" b="0" i="0">
                <a:solidFill>
                  <a:srgbClr val="123C37"/>
                </a:solidFill>
                <a:latin typeface="Arial"/>
                <a:ea typeface="Arial"/>
                <a:cs typeface="Arial"/>
              </a:rPr>
              <a:t>[Thuật ngữ thứ hai]</a:t>
            </a:r>
          </a:p>
          <a:p xmlns:a="http://schemas.openxmlformats.org/drawingml/2006/main">
            <a:pPr algn="l">
              <a:defRPr sz="2550" b="0" i="0">
                <a:solidFill>
                  <a:srgbClr val="123C37"/>
                </a:solidFill>
                <a:latin typeface="Arial"/>
                <a:ea typeface="Arial"/>
                <a:cs typeface="Arial"/>
              </a:defRPr>
            </a:pPr>
            <a:r>
              <a:rPr sz="2550" b="0" i="0">
                <a:solidFill>
                  <a:srgbClr val="123C37"/>
                </a:solidFill>
                <a:latin typeface="Arial"/>
                <a:ea typeface="Arial"/>
                <a:cs typeface="Arial"/>
              </a:rPr>
              <a:t>[Thuật ngữ thứ ba]</a:t>
            </a:r>
          </a:p>
        </p:txBody>
      </p:sp>
      <p:sp>
        <p:nvSpPr>
          <p:cNvPr id="6" name="vocabulary-5">
            <a:extLst xmlns:a="http://schemas.openxmlformats.org/drawingml/2006/main">
              <a:ext uri="{FF2B5EF4-FFF2-40B4-BE49-F238E27FC236}">
                <a16:creationId xmlns:a16="http://schemas.microsoft.com/office/drawing/2014/main" id="{EDC08D4F-AF95-4F3E-AF5E-4CDE62EDC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109728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 i="1">
                <a:solidFill>
                  <a:srgbClr val="087F70"/>
                </a:solidFill>
                <a:latin typeface="Arial"/>
                <a:ea typeface="Arial"/>
                <a:cs typeface="Arial"/>
              </a:defRPr>
            </a:pPr>
            <a:r>
              <a:rPr sz="2550" b="0" i="1">
                <a:solidFill>
                  <a:srgbClr val="087F70"/>
                </a:solidFill>
                <a:latin typeface="Arial"/>
                <a:ea typeface="Arial"/>
                <a:cs typeface="Arial"/>
              </a:rPr>
              <a:t>[First term]</a:t>
            </a:r>
          </a:p>
          <a:p xmlns:a="http://schemas.openxmlformats.org/drawingml/2006/main">
            <a:pPr algn="l">
              <a:defRPr sz="2550" b="0" i="1">
                <a:solidFill>
                  <a:srgbClr val="087F70"/>
                </a:solidFill>
                <a:latin typeface="Arial"/>
                <a:ea typeface="Arial"/>
                <a:cs typeface="Arial"/>
              </a:defRPr>
            </a:pPr>
            <a:r>
              <a:rPr sz="2550" b="0" i="1">
                <a:solidFill>
                  <a:srgbClr val="087F70"/>
                </a:solidFill>
                <a:latin typeface="Arial"/>
                <a:ea typeface="Arial"/>
                <a:cs typeface="Arial"/>
              </a:rPr>
              <a:t>[Second term]</a:t>
            </a:r>
          </a:p>
          <a:p xmlns:a="http://schemas.openxmlformats.org/drawingml/2006/main">
            <a:pPr algn="l">
              <a:defRPr sz="2550" b="0" i="1">
                <a:solidFill>
                  <a:srgbClr val="087F70"/>
                </a:solidFill>
                <a:latin typeface="Arial"/>
                <a:ea typeface="Arial"/>
                <a:cs typeface="Arial"/>
              </a:defRPr>
            </a:pPr>
            <a:r>
              <a:rPr sz="2550" b="0" i="1">
                <a:solidFill>
                  <a:srgbClr val="087F70"/>
                </a:solidFill>
                <a:latin typeface="Arial"/>
                <a:ea typeface="Arial"/>
                <a:cs typeface="Arial"/>
              </a:rPr>
              <a:t>[Third term]</a:t>
            </a:r>
          </a:p>
        </p:txBody>
      </p:sp>
    </p:spTree>
    <p:extLst>
      <p:ext uri="{BB962C8B-B14F-4D97-AF65-F5344CB8AC3E}">
        <p14:creationId xmlns:p14="http://schemas.microsoft.com/office/powerpoint/2010/main" val="17463458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concept-0">
            <a:extLst xmlns:a="http://schemas.openxmlformats.org/drawingml/2006/main">
              <a:ext uri="{FF2B5EF4-FFF2-40B4-BE49-F238E27FC236}">
                <a16:creationId xmlns:a16="http://schemas.microsoft.com/office/drawing/2014/main" id="{E26870D9-79E0-4856-A2C6-180E9C038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87F70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087F70"/>
                </a:solidFill>
                <a:latin typeface="Arial"/>
                <a:ea typeface="Arial"/>
                <a:cs typeface="Arial"/>
              </a:rPr>
              <a:t>BiliClass   /   Môn học của thầy cô   /   10–12</a:t>
            </a:r>
          </a:p>
        </p:txBody>
      </p:sp>
      <p:sp>
        <p:nvSpPr>
          <p:cNvPr id="2" name="concept-1">
            <a:extLst xmlns:a="http://schemas.openxmlformats.org/drawingml/2006/main">
              <a:ext uri="{FF2B5EF4-FFF2-40B4-BE49-F238E27FC236}">
                <a16:creationId xmlns:a16="http://schemas.microsoft.com/office/drawing/2014/main" id="{A4D725E2-D415-4791-92E5-5C0A94EDA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123C37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123C37"/>
                </a:solidFill>
                <a:latin typeface="Arial"/>
                <a:ea typeface="Arial"/>
                <a:cs typeface="Arial"/>
              </a:rPr>
              <a:t>Mẫu bài giảng song ngữ</a:t>
            </a:r>
          </a:p>
        </p:txBody>
      </p:sp>
      <p:sp>
        <p:nvSpPr>
          <p:cNvPr id="3" name="concept-2">
            <a:extLst xmlns:a="http://schemas.openxmlformats.org/drawingml/2006/main">
              <a:ext uri="{FF2B5EF4-FFF2-40B4-BE49-F238E27FC236}">
                <a16:creationId xmlns:a16="http://schemas.microsoft.com/office/drawing/2014/main" id="{7D73587F-0CC0-426E-9B6B-E19C4C89F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5E7D76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5E7D76"/>
                </a:solidFill>
                <a:latin typeface="Arial"/>
                <a:ea typeface="Arial"/>
                <a:cs typeface="Arial"/>
              </a:rPr>
              <a:t>Khái niệm  /  Concept</a:t>
            </a:r>
          </a:p>
        </p:txBody>
      </p:sp>
      <p:sp>
        <p:nvSpPr>
          <p:cNvPr id="4" name="concept-3">
            <a:extLst xmlns:a="http://schemas.openxmlformats.org/drawingml/2006/main">
              <a:ext uri="{FF2B5EF4-FFF2-40B4-BE49-F238E27FC236}">
                <a16:creationId xmlns:a16="http://schemas.microsoft.com/office/drawing/2014/main" id="{93E0D504-A363-481B-A309-396C9FBC8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E7D76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E7D76"/>
                </a:solidFill>
                <a:latin typeface="Arial"/>
                <a:ea typeface="Arial"/>
                <a:cs typeface="Arial"/>
              </a:rPr>
              <a:t>Mẫu cấu trúc · Thay bằng nội dung bài học</a:t>
            </a:r>
          </a:p>
        </p:txBody>
      </p:sp>
      <p:sp>
        <p:nvSpPr>
          <p:cNvPr id="5" name="concept-4">
            <a:extLst xmlns:a="http://schemas.openxmlformats.org/drawingml/2006/main">
              <a:ext uri="{FF2B5EF4-FFF2-40B4-BE49-F238E27FC236}">
                <a16:creationId xmlns:a16="http://schemas.microsoft.com/office/drawing/2014/main" id="{556BEE5C-2887-4716-8CCD-44433DECB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109728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 i="0">
                <a:solidFill>
                  <a:srgbClr val="123C37"/>
                </a:solidFill>
                <a:latin typeface="Arial"/>
                <a:ea typeface="Arial"/>
                <a:cs typeface="Arial"/>
              </a:defRPr>
            </a:pPr>
            <a:r>
              <a:rPr sz="2550" b="0" i="0">
                <a:solidFill>
                  <a:srgbClr val="123C37"/>
                </a:solidFill>
                <a:latin typeface="Arial"/>
                <a:ea typeface="Arial"/>
                <a:cs typeface="Arial"/>
              </a:rPr>
              <a:t>[Tên khái niệm]</a:t>
            </a:r>
          </a:p>
          <a:p xmlns:a="http://schemas.openxmlformats.org/drawingml/2006/main">
            <a:pPr algn="l">
              <a:defRPr sz="2550" b="0" i="0">
                <a:solidFill>
                  <a:srgbClr val="123C37"/>
                </a:solidFill>
                <a:latin typeface="Arial"/>
                <a:ea typeface="Arial"/>
                <a:cs typeface="Arial"/>
              </a:defRPr>
            </a:pPr>
            <a:r>
              <a:rPr sz="2550" b="0" i="0">
                <a:solidFill>
                  <a:srgbClr val="123C37"/>
                </a:solidFill>
                <a:latin typeface="Arial"/>
                <a:ea typeface="Arial"/>
                <a:cs typeface="Arial"/>
              </a:rPr>
              <a:t>[Định nghĩa lấy từ tài liệu đã kiểm tra]</a:t>
            </a:r>
          </a:p>
        </p:txBody>
      </p:sp>
      <p:sp>
        <p:nvSpPr>
          <p:cNvPr id="6" name="concept-5">
            <a:extLst xmlns:a="http://schemas.openxmlformats.org/drawingml/2006/main">
              <a:ext uri="{FF2B5EF4-FFF2-40B4-BE49-F238E27FC236}">
                <a16:creationId xmlns:a16="http://schemas.microsoft.com/office/drawing/2014/main" id="{05B5B2EC-FCC9-4182-BC5A-680B85CE0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109728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 i="1">
                <a:solidFill>
                  <a:srgbClr val="087F70"/>
                </a:solidFill>
                <a:latin typeface="Arial"/>
                <a:ea typeface="Arial"/>
                <a:cs typeface="Arial"/>
              </a:defRPr>
            </a:pPr>
            <a:r>
              <a:rPr sz="2550" b="0" i="1">
                <a:solidFill>
                  <a:srgbClr val="087F70"/>
                </a:solidFill>
                <a:latin typeface="Arial"/>
                <a:ea typeface="Arial"/>
                <a:cs typeface="Arial"/>
              </a:rPr>
              <a:t>[Concept name]</a:t>
            </a:r>
          </a:p>
          <a:p xmlns:a="http://schemas.openxmlformats.org/drawingml/2006/main">
            <a:pPr algn="l">
              <a:defRPr sz="2550" b="0" i="1">
                <a:solidFill>
                  <a:srgbClr val="087F70"/>
                </a:solidFill>
                <a:latin typeface="Arial"/>
                <a:ea typeface="Arial"/>
                <a:cs typeface="Arial"/>
              </a:defRPr>
            </a:pPr>
            <a:r>
              <a:rPr sz="2550" b="0" i="1">
                <a:solidFill>
                  <a:srgbClr val="087F70"/>
                </a:solidFill>
                <a:latin typeface="Arial"/>
                <a:ea typeface="Arial"/>
                <a:cs typeface="Arial"/>
              </a:rPr>
              <a:t>[Definition from the checked source]</a:t>
            </a:r>
          </a:p>
        </p:txBody>
      </p:sp>
    </p:spTree>
    <p:extLst>
      <p:ext uri="{BB962C8B-B14F-4D97-AF65-F5344CB8AC3E}">
        <p14:creationId xmlns:p14="http://schemas.microsoft.com/office/powerpoint/2010/main" val="180745114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explanation-0">
            <a:extLst xmlns:a="http://schemas.openxmlformats.org/drawingml/2006/main">
              <a:ext uri="{FF2B5EF4-FFF2-40B4-BE49-F238E27FC236}">
                <a16:creationId xmlns:a16="http://schemas.microsoft.com/office/drawing/2014/main" id="{484445F3-4414-49AF-8D2C-E2E3DB800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87F70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087F70"/>
                </a:solidFill>
                <a:latin typeface="Arial"/>
                <a:ea typeface="Arial"/>
                <a:cs typeface="Arial"/>
              </a:rPr>
              <a:t>BiliClass   /   Môn học của thầy cô   /   10–12</a:t>
            </a:r>
          </a:p>
        </p:txBody>
      </p:sp>
      <p:sp>
        <p:nvSpPr>
          <p:cNvPr id="2" name="explanation-1">
            <a:extLst xmlns:a="http://schemas.openxmlformats.org/drawingml/2006/main">
              <a:ext uri="{FF2B5EF4-FFF2-40B4-BE49-F238E27FC236}">
                <a16:creationId xmlns:a16="http://schemas.microsoft.com/office/drawing/2014/main" id="{8DB73A9D-C397-4510-B86C-299C4D3C9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123C37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123C37"/>
                </a:solidFill>
                <a:latin typeface="Arial"/>
                <a:ea typeface="Arial"/>
                <a:cs typeface="Arial"/>
              </a:rPr>
              <a:t>Mẫu bài giảng song ngữ</a:t>
            </a:r>
          </a:p>
        </p:txBody>
      </p:sp>
      <p:sp>
        <p:nvSpPr>
          <p:cNvPr id="3" name="explanation-2">
            <a:extLst xmlns:a="http://schemas.openxmlformats.org/drawingml/2006/main">
              <a:ext uri="{FF2B5EF4-FFF2-40B4-BE49-F238E27FC236}">
                <a16:creationId xmlns:a16="http://schemas.microsoft.com/office/drawing/2014/main" id="{A4E87113-25E1-417E-9B7A-75B1F7709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5E7D76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5E7D76"/>
                </a:solidFill>
                <a:latin typeface="Arial"/>
                <a:ea typeface="Arial"/>
                <a:cs typeface="Arial"/>
              </a:rPr>
              <a:t>Giải thích  /  Explanation</a:t>
            </a:r>
          </a:p>
        </p:txBody>
      </p:sp>
      <p:sp>
        <p:nvSpPr>
          <p:cNvPr id="4" name="explanation-3">
            <a:extLst xmlns:a="http://schemas.openxmlformats.org/drawingml/2006/main">
              <a:ext uri="{FF2B5EF4-FFF2-40B4-BE49-F238E27FC236}">
                <a16:creationId xmlns:a16="http://schemas.microsoft.com/office/drawing/2014/main" id="{FF44093B-B1EB-49F6-A704-C732004ED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E7D76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E7D76"/>
                </a:solidFill>
                <a:latin typeface="Arial"/>
                <a:ea typeface="Arial"/>
                <a:cs typeface="Arial"/>
              </a:rPr>
              <a:t>Mẫu cấu trúc · Thay bằng nội dung bài học</a:t>
            </a:r>
          </a:p>
        </p:txBody>
      </p:sp>
      <p:sp>
        <p:nvSpPr>
          <p:cNvPr id="5" name="explanation-4">
            <a:extLst xmlns:a="http://schemas.openxmlformats.org/drawingml/2006/main">
              <a:ext uri="{FF2B5EF4-FFF2-40B4-BE49-F238E27FC236}">
                <a16:creationId xmlns:a16="http://schemas.microsoft.com/office/drawing/2014/main" id="{C408AAA6-36FD-4BF3-BA46-277FC79DC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109728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 i="0">
                <a:solidFill>
                  <a:srgbClr val="123C37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123C37"/>
                </a:solidFill>
                <a:latin typeface="Arial"/>
                <a:ea typeface="Arial"/>
                <a:cs typeface="Arial"/>
              </a:rPr>
              <a:t>[Ý chính cần giải thích]</a:t>
            </a:r>
          </a:p>
          <a:p xmlns:a="http://schemas.openxmlformats.org/drawingml/2006/main">
            <a:pPr algn="l">
              <a:defRPr sz="2400" b="0" i="0">
                <a:solidFill>
                  <a:srgbClr val="123C37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123C37"/>
                </a:solidFill>
                <a:latin typeface="Arial"/>
                <a:ea typeface="Arial"/>
                <a:cs typeface="Arial"/>
              </a:rPr>
              <a:t>[Mối liên hệ trong nội dung bài học]</a:t>
            </a:r>
          </a:p>
        </p:txBody>
      </p:sp>
      <p:sp>
        <p:nvSpPr>
          <p:cNvPr id="6" name="explanation-5">
            <a:extLst xmlns:a="http://schemas.openxmlformats.org/drawingml/2006/main">
              <a:ext uri="{FF2B5EF4-FFF2-40B4-BE49-F238E27FC236}">
                <a16:creationId xmlns:a16="http://schemas.microsoft.com/office/drawing/2014/main" id="{5B112719-2653-4FC6-BF45-C722BBF9C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109728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 i="1">
                <a:solidFill>
                  <a:srgbClr val="087F70"/>
                </a:solidFill>
                <a:latin typeface="Arial"/>
                <a:ea typeface="Arial"/>
                <a:cs typeface="Arial"/>
              </a:defRPr>
            </a:pPr>
            <a:r>
              <a:rPr sz="2400" b="0" i="1">
                <a:solidFill>
                  <a:srgbClr val="087F70"/>
                </a:solidFill>
                <a:latin typeface="Arial"/>
                <a:ea typeface="Arial"/>
                <a:cs typeface="Arial"/>
              </a:rPr>
              <a:t>[Main idea to explain]</a:t>
            </a:r>
          </a:p>
          <a:p xmlns:a="http://schemas.openxmlformats.org/drawingml/2006/main">
            <a:pPr algn="l">
              <a:defRPr sz="2400" b="0" i="1">
                <a:solidFill>
                  <a:srgbClr val="087F70"/>
                </a:solidFill>
                <a:latin typeface="Arial"/>
                <a:ea typeface="Arial"/>
                <a:cs typeface="Arial"/>
              </a:defRPr>
            </a:pPr>
            <a:r>
              <a:rPr sz="2400" b="0" i="1">
                <a:solidFill>
                  <a:srgbClr val="087F70"/>
                </a:solidFill>
                <a:latin typeface="Arial"/>
                <a:ea typeface="Arial"/>
                <a:cs typeface="Arial"/>
              </a:rPr>
              <a:t>[Relationship within the lesson content]</a:t>
            </a:r>
          </a:p>
        </p:txBody>
      </p:sp>
    </p:spTree>
    <p:extLst>
      <p:ext uri="{BB962C8B-B14F-4D97-AF65-F5344CB8AC3E}">
        <p14:creationId xmlns:p14="http://schemas.microsoft.com/office/powerpoint/2010/main" val="187279209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visual-0">
            <a:extLst xmlns:a="http://schemas.openxmlformats.org/drawingml/2006/main">
              <a:ext uri="{FF2B5EF4-FFF2-40B4-BE49-F238E27FC236}">
                <a16:creationId xmlns:a16="http://schemas.microsoft.com/office/drawing/2014/main" id="{58592FA3-C5B9-4575-8D4B-CEA3A6899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87F70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087F70"/>
                </a:solidFill>
                <a:latin typeface="Arial"/>
                <a:ea typeface="Arial"/>
                <a:cs typeface="Arial"/>
              </a:rPr>
              <a:t>BiliClass   /   Môn học của thầy cô   /   10–12</a:t>
            </a:r>
          </a:p>
        </p:txBody>
      </p:sp>
      <p:sp>
        <p:nvSpPr>
          <p:cNvPr id="2" name="visual-1">
            <a:extLst xmlns:a="http://schemas.openxmlformats.org/drawingml/2006/main">
              <a:ext uri="{FF2B5EF4-FFF2-40B4-BE49-F238E27FC236}">
                <a16:creationId xmlns:a16="http://schemas.microsoft.com/office/drawing/2014/main" id="{7214BCBC-94E0-409C-A7E5-6592434C2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123C37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123C37"/>
                </a:solidFill>
                <a:latin typeface="Arial"/>
                <a:ea typeface="Arial"/>
                <a:cs typeface="Arial"/>
              </a:rPr>
              <a:t>Mẫu bài giảng song ngữ</a:t>
            </a:r>
          </a:p>
        </p:txBody>
      </p:sp>
      <p:sp>
        <p:nvSpPr>
          <p:cNvPr id="3" name="visual-2">
            <a:extLst xmlns:a="http://schemas.openxmlformats.org/drawingml/2006/main">
              <a:ext uri="{FF2B5EF4-FFF2-40B4-BE49-F238E27FC236}">
                <a16:creationId xmlns:a16="http://schemas.microsoft.com/office/drawing/2014/main" id="{854AF369-E5F2-4F7A-A1E0-97DDC56D5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5E7D76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5E7D76"/>
                </a:solidFill>
                <a:latin typeface="Arial"/>
                <a:ea typeface="Arial"/>
                <a:cs typeface="Arial"/>
              </a:rPr>
              <a:t>Hình và chú thích  /  Visual explanation</a:t>
            </a:r>
          </a:p>
        </p:txBody>
      </p:sp>
      <p:sp>
        <p:nvSpPr>
          <p:cNvPr id="4" name="visual-3">
            <a:extLst xmlns:a="http://schemas.openxmlformats.org/drawingml/2006/main">
              <a:ext uri="{FF2B5EF4-FFF2-40B4-BE49-F238E27FC236}">
                <a16:creationId xmlns:a16="http://schemas.microsoft.com/office/drawing/2014/main" id="{41C6F644-94F2-4FE1-B750-EEE196A07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E7D76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E7D76"/>
                </a:solidFill>
                <a:latin typeface="Arial"/>
                <a:ea typeface="Arial"/>
                <a:cs typeface="Arial"/>
              </a:rPr>
              <a:t>Mẫu cấu trúc · Thay bằng nội dung bài học</a:t>
            </a:r>
          </a:p>
        </p:txBody>
      </p:sp>
      <p:sp>
        <p:nvSpPr>
          <p:cNvPr id="5" name="visual-4">
            <a:extLst xmlns:a="http://schemas.openxmlformats.org/drawingml/2006/main">
              <a:ext uri="{FF2B5EF4-FFF2-40B4-BE49-F238E27FC236}">
                <a16:creationId xmlns:a16="http://schemas.microsoft.com/office/drawing/2014/main" id="{350E6CC1-7C59-435D-9C4F-56D1BB4B2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048000"/>
            <a:ext cx="43434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0" i="0">
                <a:solidFill>
                  <a:srgbClr val="5E7D76"/>
                </a:solidFill>
                <a:latin typeface="Arial"/>
                <a:ea typeface="Arial"/>
                <a:cs typeface="Arial"/>
              </a:defRPr>
            </a:pPr>
            <a:r>
              <a:rPr sz="2100" b="0" i="0">
                <a:solidFill>
                  <a:srgbClr val="5E7D76"/>
                </a:solidFill>
                <a:latin typeface="Arial"/>
                <a:ea typeface="Arial"/>
                <a:cs typeface="Arial"/>
              </a:rPr>
              <a:t>[Hình từ tài liệu bài học]</a:t>
            </a:r>
          </a:p>
          <a:p xmlns:a="http://schemas.openxmlformats.org/drawingml/2006/main">
            <a:pPr algn="ctr">
              <a:defRPr sz="2100" b="0" i="0">
                <a:solidFill>
                  <a:srgbClr val="5E7D76"/>
                </a:solidFill>
                <a:latin typeface="Arial"/>
                <a:ea typeface="Arial"/>
                <a:cs typeface="Arial"/>
              </a:defRPr>
            </a:pPr>
            <a:r>
              <a:rPr sz="2100" b="0" i="0">
                <a:solidFill>
                  <a:srgbClr val="5E7D76"/>
                </a:solidFill>
                <a:latin typeface="Arial"/>
                <a:ea typeface="Arial"/>
                <a:cs typeface="Arial"/>
              </a:rPr>
              <a:t>[Image from the lesson source]</a:t>
            </a:r>
          </a:p>
        </p:txBody>
      </p:sp>
      <p:sp>
        <p:nvSpPr>
          <p:cNvPr id="6" name="visual-5">
            <a:extLst xmlns:a="http://schemas.openxmlformats.org/drawingml/2006/main">
              <a:ext uri="{FF2B5EF4-FFF2-40B4-BE49-F238E27FC236}">
                <a16:creationId xmlns:a16="http://schemas.microsoft.com/office/drawing/2014/main" id="{1066772C-80EA-46D0-B8D3-ADAA017F5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52197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 i="0">
                <a:solidFill>
                  <a:srgbClr val="123C37"/>
                </a:solidFill>
                <a:latin typeface="Arial"/>
                <a:ea typeface="Arial"/>
                <a:cs typeface="Arial"/>
              </a:defRPr>
            </a:pPr>
            <a:r>
              <a:rPr sz="2250" b="0" i="0">
                <a:solidFill>
                  <a:srgbClr val="123C37"/>
                </a:solidFill>
                <a:latin typeface="Arial"/>
                <a:ea typeface="Arial"/>
                <a:cs typeface="Arial"/>
              </a:rPr>
              <a:t>[Điều cần quan sát trong hình]</a:t>
            </a:r>
          </a:p>
          <a:p xmlns:a="http://schemas.openxmlformats.org/drawingml/2006/main">
            <a:pPr algn="l">
              <a:defRPr sz="2250" b="0" i="0">
                <a:solidFill>
                  <a:srgbClr val="123C37"/>
                </a:solidFill>
                <a:latin typeface="Arial"/>
                <a:ea typeface="Arial"/>
                <a:cs typeface="Arial"/>
              </a:defRPr>
            </a:pPr>
            <a:r>
              <a:rPr sz="2250" b="0" i="0">
                <a:solidFill>
                  <a:srgbClr val="123C37"/>
                </a:solidFill>
                <a:latin typeface="Arial"/>
                <a:ea typeface="Arial"/>
                <a:cs typeface="Arial"/>
              </a:rPr>
              <a:t>[Chú thích từ tài liệu nguồn]</a:t>
            </a:r>
          </a:p>
        </p:txBody>
      </p:sp>
      <p:sp>
        <p:nvSpPr>
          <p:cNvPr id="7" name="visual-6">
            <a:extLst xmlns:a="http://schemas.openxmlformats.org/drawingml/2006/main">
              <a:ext uri="{FF2B5EF4-FFF2-40B4-BE49-F238E27FC236}">
                <a16:creationId xmlns:a16="http://schemas.microsoft.com/office/drawing/2014/main" id="{6EDCA489-8CA8-48AA-96A9-294D00CE4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52197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 i="1">
                <a:solidFill>
                  <a:srgbClr val="087F70"/>
                </a:solidFill>
                <a:latin typeface="Arial"/>
                <a:ea typeface="Arial"/>
                <a:cs typeface="Arial"/>
              </a:defRPr>
            </a:pPr>
            <a:r>
              <a:rPr sz="2250" b="0" i="1">
                <a:solidFill>
                  <a:srgbClr val="087F70"/>
                </a:solidFill>
                <a:latin typeface="Arial"/>
                <a:ea typeface="Arial"/>
                <a:cs typeface="Arial"/>
              </a:rPr>
              <a:t>[What to observe in the image]</a:t>
            </a:r>
          </a:p>
          <a:p xmlns:a="http://schemas.openxmlformats.org/drawingml/2006/main">
            <a:pPr algn="l">
              <a:defRPr sz="2250" b="0" i="1">
                <a:solidFill>
                  <a:srgbClr val="087F70"/>
                </a:solidFill>
                <a:latin typeface="Arial"/>
                <a:ea typeface="Arial"/>
                <a:cs typeface="Arial"/>
              </a:defRPr>
            </a:pPr>
            <a:r>
              <a:rPr sz="2250" b="0" i="1">
                <a:solidFill>
                  <a:srgbClr val="087F70"/>
                </a:solidFill>
                <a:latin typeface="Arial"/>
                <a:ea typeface="Arial"/>
                <a:cs typeface="Arial"/>
              </a:rPr>
              <a:t>[Caption from the source document]</a:t>
            </a:r>
          </a:p>
        </p:txBody>
      </p:sp>
    </p:spTree>
    <p:extLst>
      <p:ext uri="{BB962C8B-B14F-4D97-AF65-F5344CB8AC3E}">
        <p14:creationId xmlns:p14="http://schemas.microsoft.com/office/powerpoint/2010/main" val="47518289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4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compare-0">
            <a:extLst xmlns:a="http://schemas.openxmlformats.org/drawingml/2006/main">
              <a:ext uri="{FF2B5EF4-FFF2-40B4-BE49-F238E27FC236}">
                <a16:creationId xmlns:a16="http://schemas.microsoft.com/office/drawing/2014/main" id="{FFEF47FC-5C5C-4322-A798-0569D5A55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87F70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087F70"/>
                </a:solidFill>
                <a:latin typeface="Arial"/>
                <a:ea typeface="Arial"/>
                <a:cs typeface="Arial"/>
              </a:rPr>
              <a:t>BiliClass   /   Môn học của thầy cô   /   10–12</a:t>
            </a:r>
          </a:p>
        </p:txBody>
      </p:sp>
      <p:sp>
        <p:nvSpPr>
          <p:cNvPr id="2" name="compare-1">
            <a:extLst xmlns:a="http://schemas.openxmlformats.org/drawingml/2006/main">
              <a:ext uri="{FF2B5EF4-FFF2-40B4-BE49-F238E27FC236}">
                <a16:creationId xmlns:a16="http://schemas.microsoft.com/office/drawing/2014/main" id="{B02DB541-B7D5-4934-B7F4-A362EC066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123C37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123C37"/>
                </a:solidFill>
                <a:latin typeface="Arial"/>
                <a:ea typeface="Arial"/>
                <a:cs typeface="Arial"/>
              </a:rPr>
              <a:t>Mẫu bài giảng song ngữ</a:t>
            </a:r>
          </a:p>
        </p:txBody>
      </p:sp>
      <p:sp>
        <p:nvSpPr>
          <p:cNvPr id="3" name="compare-2">
            <a:extLst xmlns:a="http://schemas.openxmlformats.org/drawingml/2006/main">
              <a:ext uri="{FF2B5EF4-FFF2-40B4-BE49-F238E27FC236}">
                <a16:creationId xmlns:a16="http://schemas.microsoft.com/office/drawing/2014/main" id="{07245F64-954C-418E-931A-20EF87837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5E7D76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5E7D76"/>
                </a:solidFill>
                <a:latin typeface="Arial"/>
                <a:ea typeface="Arial"/>
                <a:cs typeface="Arial"/>
              </a:rPr>
              <a:t>So sánh  /  Comparison</a:t>
            </a:r>
          </a:p>
        </p:txBody>
      </p:sp>
      <p:sp>
        <p:nvSpPr>
          <p:cNvPr id="4" name="compare-3">
            <a:extLst xmlns:a="http://schemas.openxmlformats.org/drawingml/2006/main">
              <a:ext uri="{FF2B5EF4-FFF2-40B4-BE49-F238E27FC236}">
                <a16:creationId xmlns:a16="http://schemas.microsoft.com/office/drawing/2014/main" id="{891E8458-DDB0-46AA-AEDA-A06522474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E7D76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E7D76"/>
                </a:solidFill>
                <a:latin typeface="Arial"/>
                <a:ea typeface="Arial"/>
                <a:cs typeface="Arial"/>
              </a:rPr>
              <a:t>Mẫu cấu trúc · Thay bằng nội dung bài học</a:t>
            </a:r>
          </a:p>
        </p:txBody>
      </p:sp>
      <p:sp>
        <p:nvSpPr>
          <p:cNvPr id="5" name="compare-4">
            <a:extLst xmlns:a="http://schemas.openxmlformats.org/drawingml/2006/main">
              <a:ext uri="{FF2B5EF4-FFF2-40B4-BE49-F238E27FC236}">
                <a16:creationId xmlns:a16="http://schemas.microsoft.com/office/drawing/2014/main" id="{4696E441-B331-4B9E-A973-40A15170C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109728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 i="0">
                <a:solidFill>
                  <a:srgbClr val="123C37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123C37"/>
                </a:solidFill>
                <a:latin typeface="Arial"/>
                <a:ea typeface="Arial"/>
                <a:cs typeface="Arial"/>
              </a:rPr>
              <a:t>[Tiêu chí so sánh]</a:t>
            </a:r>
          </a:p>
          <a:p xmlns:a="http://schemas.openxmlformats.org/drawingml/2006/main">
            <a:pPr algn="l">
              <a:defRPr sz="2400" b="0" i="0">
                <a:solidFill>
                  <a:srgbClr val="123C37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123C37"/>
                </a:solidFill>
                <a:latin typeface="Arial"/>
                <a:ea typeface="Arial"/>
                <a:cs typeface="Arial"/>
              </a:rPr>
              <a:t>[Điểm giống nhau]</a:t>
            </a:r>
          </a:p>
          <a:p xmlns:a="http://schemas.openxmlformats.org/drawingml/2006/main">
            <a:pPr algn="l">
              <a:defRPr sz="2400" b="0" i="0">
                <a:solidFill>
                  <a:srgbClr val="123C37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123C37"/>
                </a:solidFill>
                <a:latin typeface="Arial"/>
                <a:ea typeface="Arial"/>
                <a:cs typeface="Arial"/>
              </a:rPr>
              <a:t>[Điểm khác nhau]</a:t>
            </a:r>
          </a:p>
        </p:txBody>
      </p:sp>
      <p:sp>
        <p:nvSpPr>
          <p:cNvPr id="6" name="compare-5">
            <a:extLst xmlns:a="http://schemas.openxmlformats.org/drawingml/2006/main">
              <a:ext uri="{FF2B5EF4-FFF2-40B4-BE49-F238E27FC236}">
                <a16:creationId xmlns:a16="http://schemas.microsoft.com/office/drawing/2014/main" id="{668EEB1D-8D3E-42F2-BD92-A0B9814A3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109728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 i="1">
                <a:solidFill>
                  <a:srgbClr val="087F70"/>
                </a:solidFill>
                <a:latin typeface="Arial"/>
                <a:ea typeface="Arial"/>
                <a:cs typeface="Arial"/>
              </a:defRPr>
            </a:pPr>
            <a:r>
              <a:rPr sz="2400" b="0" i="1">
                <a:solidFill>
                  <a:srgbClr val="087F70"/>
                </a:solidFill>
                <a:latin typeface="Arial"/>
                <a:ea typeface="Arial"/>
                <a:cs typeface="Arial"/>
              </a:rPr>
              <a:t>[Comparison criterion]</a:t>
            </a:r>
          </a:p>
          <a:p xmlns:a="http://schemas.openxmlformats.org/drawingml/2006/main">
            <a:pPr algn="l">
              <a:defRPr sz="2400" b="0" i="1">
                <a:solidFill>
                  <a:srgbClr val="087F70"/>
                </a:solidFill>
                <a:latin typeface="Arial"/>
                <a:ea typeface="Arial"/>
                <a:cs typeface="Arial"/>
              </a:defRPr>
            </a:pPr>
            <a:r>
              <a:rPr sz="2400" b="0" i="1">
                <a:solidFill>
                  <a:srgbClr val="087F70"/>
                </a:solidFill>
                <a:latin typeface="Arial"/>
                <a:ea typeface="Arial"/>
                <a:cs typeface="Arial"/>
              </a:rPr>
              <a:t>[Similarities]</a:t>
            </a:r>
          </a:p>
          <a:p xmlns:a="http://schemas.openxmlformats.org/drawingml/2006/main">
            <a:pPr algn="l">
              <a:defRPr sz="2400" b="0" i="1">
                <a:solidFill>
                  <a:srgbClr val="087F70"/>
                </a:solidFill>
                <a:latin typeface="Arial"/>
                <a:ea typeface="Arial"/>
                <a:cs typeface="Arial"/>
              </a:defRPr>
            </a:pPr>
            <a:r>
              <a:rPr sz="2400" b="0" i="1">
                <a:solidFill>
                  <a:srgbClr val="087F70"/>
                </a:solidFill>
                <a:latin typeface="Arial"/>
                <a:ea typeface="Arial"/>
                <a:cs typeface="Arial"/>
              </a:rPr>
              <a:t>[Differences]</a:t>
            </a:r>
          </a:p>
        </p:txBody>
      </p:sp>
    </p:spTree>
    <p:extLst>
      <p:ext uri="{BB962C8B-B14F-4D97-AF65-F5344CB8AC3E}">
        <p14:creationId xmlns:p14="http://schemas.microsoft.com/office/powerpoint/2010/main" val="167347535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4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formula-0">
            <a:extLst xmlns:a="http://schemas.openxmlformats.org/drawingml/2006/main">
              <a:ext uri="{FF2B5EF4-FFF2-40B4-BE49-F238E27FC236}">
                <a16:creationId xmlns:a16="http://schemas.microsoft.com/office/drawing/2014/main" id="{50985B10-F91B-43C3-8C8B-FDBC3C0AE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87F70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087F70"/>
                </a:solidFill>
                <a:latin typeface="Arial"/>
                <a:ea typeface="Arial"/>
                <a:cs typeface="Arial"/>
              </a:rPr>
              <a:t>BiliClass   /   Môn học của thầy cô   /   10–12</a:t>
            </a:r>
          </a:p>
        </p:txBody>
      </p:sp>
      <p:sp>
        <p:nvSpPr>
          <p:cNvPr id="2" name="formula-1">
            <a:extLst xmlns:a="http://schemas.openxmlformats.org/drawingml/2006/main">
              <a:ext uri="{FF2B5EF4-FFF2-40B4-BE49-F238E27FC236}">
                <a16:creationId xmlns:a16="http://schemas.microsoft.com/office/drawing/2014/main" id="{097236A2-603C-42DE-8C17-BE21AB248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123C37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123C37"/>
                </a:solidFill>
                <a:latin typeface="Arial"/>
                <a:ea typeface="Arial"/>
                <a:cs typeface="Arial"/>
              </a:rPr>
              <a:t>Mẫu bài giảng song ngữ</a:t>
            </a:r>
          </a:p>
        </p:txBody>
      </p:sp>
      <p:sp>
        <p:nvSpPr>
          <p:cNvPr id="3" name="formula-2">
            <a:extLst xmlns:a="http://schemas.openxmlformats.org/drawingml/2006/main">
              <a:ext uri="{FF2B5EF4-FFF2-40B4-BE49-F238E27FC236}">
                <a16:creationId xmlns:a16="http://schemas.microsoft.com/office/drawing/2014/main" id="{B55987A9-37F2-4A5A-9A78-E2FD07E84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5E7D76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5E7D76"/>
                </a:solidFill>
                <a:latin typeface="Arial"/>
                <a:ea typeface="Arial"/>
                <a:cs typeface="Arial"/>
              </a:rPr>
              <a:t>Công thức / quy tắc  /  Formula / rule</a:t>
            </a:r>
          </a:p>
        </p:txBody>
      </p:sp>
      <p:sp>
        <p:nvSpPr>
          <p:cNvPr id="4" name="formula-3">
            <a:extLst xmlns:a="http://schemas.openxmlformats.org/drawingml/2006/main">
              <a:ext uri="{FF2B5EF4-FFF2-40B4-BE49-F238E27FC236}">
                <a16:creationId xmlns:a16="http://schemas.microsoft.com/office/drawing/2014/main" id="{77CD4B76-9940-4F02-87E5-8297EE67E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E7D76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E7D76"/>
                </a:solidFill>
                <a:latin typeface="Arial"/>
                <a:ea typeface="Arial"/>
                <a:cs typeface="Arial"/>
              </a:rPr>
              <a:t>Mẫu cấu trúc · Thay bằng nội dung bài học</a:t>
            </a:r>
          </a:p>
        </p:txBody>
      </p:sp>
      <p:sp>
        <p:nvSpPr>
          <p:cNvPr id="5" name="formula-4">
            <a:extLst xmlns:a="http://schemas.openxmlformats.org/drawingml/2006/main">
              <a:ext uri="{FF2B5EF4-FFF2-40B4-BE49-F238E27FC236}">
                <a16:creationId xmlns:a16="http://schemas.microsoft.com/office/drawing/2014/main" id="{ABEB9E63-5976-492F-815F-AEE9E6AFB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109728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150" b="1" i="0">
                <a:solidFill>
                  <a:srgbClr val="123C37"/>
                </a:solidFill>
                <a:latin typeface="Arial"/>
                <a:ea typeface="Arial"/>
                <a:cs typeface="Arial"/>
              </a:defRPr>
            </a:pPr>
            <a:r>
              <a:rPr sz="3150" b="1" i="0">
                <a:solidFill>
                  <a:srgbClr val="123C37"/>
                </a:solidFill>
                <a:latin typeface="Arial"/>
                <a:ea typeface="Arial"/>
                <a:cs typeface="Arial"/>
              </a:rPr>
              <a:t>[Công thức hoặc quy tắc]</a:t>
            </a:r>
          </a:p>
          <a:p xmlns:a="http://schemas.openxmlformats.org/drawingml/2006/main">
            <a:pPr algn="ctr">
              <a:defRPr sz="3150" b="1" i="0">
                <a:solidFill>
                  <a:srgbClr val="123C37"/>
                </a:solidFill>
                <a:latin typeface="Arial"/>
                <a:ea typeface="Arial"/>
                <a:cs typeface="Arial"/>
              </a:defRPr>
            </a:pPr>
            <a:r>
              <a:rPr sz="3150" b="1" i="0">
                <a:solidFill>
                  <a:srgbClr val="123C37"/>
                </a:solidFill>
                <a:latin typeface="Arial"/>
                <a:ea typeface="Arial"/>
                <a:cs typeface="Arial"/>
              </a:rPr>
              <a:t>[Điều kiện áp dụng]</a:t>
            </a:r>
          </a:p>
        </p:txBody>
      </p:sp>
      <p:sp>
        <p:nvSpPr>
          <p:cNvPr id="6" name="formula-5">
            <a:extLst xmlns:a="http://schemas.openxmlformats.org/drawingml/2006/main">
              <a:ext uri="{FF2B5EF4-FFF2-40B4-BE49-F238E27FC236}">
                <a16:creationId xmlns:a16="http://schemas.microsoft.com/office/drawing/2014/main" id="{CFFF2020-FE95-4987-B0A1-8EB048326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109728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150" b="1" i="1">
                <a:solidFill>
                  <a:srgbClr val="087F70"/>
                </a:solidFill>
                <a:latin typeface="Arial"/>
                <a:ea typeface="Arial"/>
                <a:cs typeface="Arial"/>
              </a:defRPr>
            </a:pPr>
            <a:r>
              <a:rPr sz="3150" b="1" i="1">
                <a:solidFill>
                  <a:srgbClr val="087F70"/>
                </a:solidFill>
                <a:latin typeface="Arial"/>
                <a:ea typeface="Arial"/>
                <a:cs typeface="Arial"/>
              </a:rPr>
              <a:t>[Formula or rule]</a:t>
            </a:r>
          </a:p>
          <a:p xmlns:a="http://schemas.openxmlformats.org/drawingml/2006/main">
            <a:pPr algn="ctr">
              <a:defRPr sz="3150" b="1" i="1">
                <a:solidFill>
                  <a:srgbClr val="087F70"/>
                </a:solidFill>
                <a:latin typeface="Arial"/>
                <a:ea typeface="Arial"/>
                <a:cs typeface="Arial"/>
              </a:defRPr>
            </a:pPr>
            <a:r>
              <a:rPr sz="3150" b="1" i="1">
                <a:solidFill>
                  <a:srgbClr val="087F70"/>
                </a:solidFill>
                <a:latin typeface="Arial"/>
                <a:ea typeface="Arial"/>
                <a:cs typeface="Arial"/>
              </a:rPr>
              <a:t>[Conditions of use]</a:t>
            </a:r>
          </a:p>
        </p:txBody>
      </p:sp>
    </p:spTree>
    <p:extLst>
      <p:ext uri="{BB962C8B-B14F-4D97-AF65-F5344CB8AC3E}">
        <p14:creationId xmlns:p14="http://schemas.microsoft.com/office/powerpoint/2010/main" val="192283804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4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example-0">
            <a:extLst xmlns:a="http://schemas.openxmlformats.org/drawingml/2006/main">
              <a:ext uri="{FF2B5EF4-FFF2-40B4-BE49-F238E27FC236}">
                <a16:creationId xmlns:a16="http://schemas.microsoft.com/office/drawing/2014/main" id="{609DED95-1C79-4253-A88F-179E8D46A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87F70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087F70"/>
                </a:solidFill>
                <a:latin typeface="Arial"/>
                <a:ea typeface="Arial"/>
                <a:cs typeface="Arial"/>
              </a:rPr>
              <a:t>BiliClass   /   Môn học của thầy cô   /   10–12</a:t>
            </a:r>
          </a:p>
        </p:txBody>
      </p:sp>
      <p:sp>
        <p:nvSpPr>
          <p:cNvPr id="2" name="example-1">
            <a:extLst xmlns:a="http://schemas.openxmlformats.org/drawingml/2006/main">
              <a:ext uri="{FF2B5EF4-FFF2-40B4-BE49-F238E27FC236}">
                <a16:creationId xmlns:a16="http://schemas.microsoft.com/office/drawing/2014/main" id="{AF3454F6-0388-419B-84FC-D700869A8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123C37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123C37"/>
                </a:solidFill>
                <a:latin typeface="Arial"/>
                <a:ea typeface="Arial"/>
                <a:cs typeface="Arial"/>
              </a:rPr>
              <a:t>Mẫu bài giảng song ngữ</a:t>
            </a:r>
          </a:p>
        </p:txBody>
      </p:sp>
      <p:sp>
        <p:nvSpPr>
          <p:cNvPr id="3" name="example-2">
            <a:extLst xmlns:a="http://schemas.openxmlformats.org/drawingml/2006/main">
              <a:ext uri="{FF2B5EF4-FFF2-40B4-BE49-F238E27FC236}">
                <a16:creationId xmlns:a16="http://schemas.microsoft.com/office/drawing/2014/main" id="{B5912EF3-812C-4166-A6A2-04149052D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5E7D76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5E7D76"/>
                </a:solidFill>
                <a:latin typeface="Arial"/>
                <a:ea typeface="Arial"/>
                <a:cs typeface="Arial"/>
              </a:rPr>
              <a:t>Ví dụ theo bước  /  Worked example</a:t>
            </a:r>
          </a:p>
        </p:txBody>
      </p:sp>
      <p:sp>
        <p:nvSpPr>
          <p:cNvPr id="4" name="example-3">
            <a:extLst xmlns:a="http://schemas.openxmlformats.org/drawingml/2006/main">
              <a:ext uri="{FF2B5EF4-FFF2-40B4-BE49-F238E27FC236}">
                <a16:creationId xmlns:a16="http://schemas.microsoft.com/office/drawing/2014/main" id="{F2B565D2-2D31-41CB-ABAB-0347A5CE0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E7D76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E7D76"/>
                </a:solidFill>
                <a:latin typeface="Arial"/>
                <a:ea typeface="Arial"/>
                <a:cs typeface="Arial"/>
              </a:rPr>
              <a:t>Mẫu cấu trúc · Thay bằng nội dung bài học</a:t>
            </a:r>
          </a:p>
        </p:txBody>
      </p:sp>
      <p:sp>
        <p:nvSpPr>
          <p:cNvPr id="5" name="example-4">
            <a:extLst xmlns:a="http://schemas.openxmlformats.org/drawingml/2006/main">
              <a:ext uri="{FF2B5EF4-FFF2-40B4-BE49-F238E27FC236}">
                <a16:creationId xmlns:a16="http://schemas.microsoft.com/office/drawing/2014/main" id="{D96D7E23-65A2-419A-A80B-8DF921D9A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109728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 i="0">
                <a:solidFill>
                  <a:srgbClr val="123C37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123C37"/>
                </a:solidFill>
                <a:latin typeface="Arial"/>
                <a:ea typeface="Arial"/>
                <a:cs typeface="Arial"/>
              </a:rPr>
              <a:t>[Dữ kiện của ví dụ]</a:t>
            </a:r>
          </a:p>
          <a:p xmlns:a="http://schemas.openxmlformats.org/drawingml/2006/main">
            <a:pPr algn="l">
              <a:defRPr sz="2400" b="0" i="0">
                <a:solidFill>
                  <a:srgbClr val="123C37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123C37"/>
                </a:solidFill>
                <a:latin typeface="Arial"/>
                <a:ea typeface="Arial"/>
                <a:cs typeface="Arial"/>
              </a:rPr>
              <a:t>[Bước giải đã kiểm tra]</a:t>
            </a:r>
          </a:p>
          <a:p xmlns:a="http://schemas.openxmlformats.org/drawingml/2006/main">
            <a:pPr algn="l">
              <a:defRPr sz="2400" b="0" i="0">
                <a:solidFill>
                  <a:srgbClr val="123C37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123C37"/>
                </a:solidFill>
                <a:latin typeface="Arial"/>
                <a:ea typeface="Arial"/>
                <a:cs typeface="Arial"/>
              </a:rPr>
              <a:t>[Kết quả và đơn vị]</a:t>
            </a:r>
          </a:p>
        </p:txBody>
      </p:sp>
      <p:sp>
        <p:nvSpPr>
          <p:cNvPr id="6" name="example-5">
            <a:extLst xmlns:a="http://schemas.openxmlformats.org/drawingml/2006/main">
              <a:ext uri="{FF2B5EF4-FFF2-40B4-BE49-F238E27FC236}">
                <a16:creationId xmlns:a16="http://schemas.microsoft.com/office/drawing/2014/main" id="{9E686279-6AB3-441C-B157-917090CA6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109728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 i="1">
                <a:solidFill>
                  <a:srgbClr val="087F70"/>
                </a:solidFill>
                <a:latin typeface="Arial"/>
                <a:ea typeface="Arial"/>
                <a:cs typeface="Arial"/>
              </a:defRPr>
            </a:pPr>
            <a:r>
              <a:rPr sz="2400" b="0" i="1">
                <a:solidFill>
                  <a:srgbClr val="087F70"/>
                </a:solidFill>
                <a:latin typeface="Arial"/>
                <a:ea typeface="Arial"/>
                <a:cs typeface="Arial"/>
              </a:rPr>
              <a:t>[Example information]</a:t>
            </a:r>
          </a:p>
          <a:p xmlns:a="http://schemas.openxmlformats.org/drawingml/2006/main">
            <a:pPr algn="l">
              <a:defRPr sz="2400" b="0" i="1">
                <a:solidFill>
                  <a:srgbClr val="087F70"/>
                </a:solidFill>
                <a:latin typeface="Arial"/>
                <a:ea typeface="Arial"/>
                <a:cs typeface="Arial"/>
              </a:defRPr>
            </a:pPr>
            <a:r>
              <a:rPr sz="2400" b="0" i="1">
                <a:solidFill>
                  <a:srgbClr val="087F70"/>
                </a:solidFill>
                <a:latin typeface="Arial"/>
                <a:ea typeface="Arial"/>
                <a:cs typeface="Arial"/>
              </a:rPr>
              <a:t>[Checked solution step]</a:t>
            </a:r>
          </a:p>
          <a:p xmlns:a="http://schemas.openxmlformats.org/drawingml/2006/main">
            <a:pPr algn="l">
              <a:defRPr sz="2400" b="0" i="1">
                <a:solidFill>
                  <a:srgbClr val="087F70"/>
                </a:solidFill>
                <a:latin typeface="Arial"/>
                <a:ea typeface="Arial"/>
                <a:cs typeface="Arial"/>
              </a:defRPr>
            </a:pPr>
            <a:r>
              <a:rPr sz="2400" b="0" i="1">
                <a:solidFill>
                  <a:srgbClr val="087F70"/>
                </a:solidFill>
                <a:latin typeface="Arial"/>
                <a:ea typeface="Arial"/>
                <a:cs typeface="Arial"/>
              </a:rPr>
              <a:t>[Result and unit]</a:t>
            </a:r>
          </a:p>
        </p:txBody>
      </p:sp>
    </p:spTree>
    <p:extLst>
      <p:ext uri="{BB962C8B-B14F-4D97-AF65-F5344CB8AC3E}">
        <p14:creationId xmlns:p14="http://schemas.microsoft.com/office/powerpoint/2010/main" val="125446392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4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practice-0">
            <a:extLst xmlns:a="http://schemas.openxmlformats.org/drawingml/2006/main">
              <a:ext uri="{FF2B5EF4-FFF2-40B4-BE49-F238E27FC236}">
                <a16:creationId xmlns:a16="http://schemas.microsoft.com/office/drawing/2014/main" id="{F4FEAF34-F50D-47DD-9614-8A6636EA9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87F70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087F70"/>
                </a:solidFill>
                <a:latin typeface="Arial"/>
                <a:ea typeface="Arial"/>
                <a:cs typeface="Arial"/>
              </a:rPr>
              <a:t>BiliClass   /   Môn học của thầy cô   /   10–12</a:t>
            </a:r>
          </a:p>
        </p:txBody>
      </p:sp>
      <p:sp>
        <p:nvSpPr>
          <p:cNvPr id="2" name="practice-1">
            <a:extLst xmlns:a="http://schemas.openxmlformats.org/drawingml/2006/main">
              <a:ext uri="{FF2B5EF4-FFF2-40B4-BE49-F238E27FC236}">
                <a16:creationId xmlns:a16="http://schemas.microsoft.com/office/drawing/2014/main" id="{ADB0D5B9-DFF1-46D4-89B9-0D49952A1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123C37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123C37"/>
                </a:solidFill>
                <a:latin typeface="Arial"/>
                <a:ea typeface="Arial"/>
                <a:cs typeface="Arial"/>
              </a:rPr>
              <a:t>Mẫu bài giảng song ngữ</a:t>
            </a:r>
          </a:p>
        </p:txBody>
      </p:sp>
      <p:sp>
        <p:nvSpPr>
          <p:cNvPr id="3" name="practice-2">
            <a:extLst xmlns:a="http://schemas.openxmlformats.org/drawingml/2006/main">
              <a:ext uri="{FF2B5EF4-FFF2-40B4-BE49-F238E27FC236}">
                <a16:creationId xmlns:a16="http://schemas.microsoft.com/office/drawing/2014/main" id="{F8F4D3DA-91BC-4ADE-9213-8C3C607FA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5E7D76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5E7D76"/>
                </a:solidFill>
                <a:latin typeface="Arial"/>
                <a:ea typeface="Arial"/>
                <a:cs typeface="Arial"/>
              </a:rPr>
              <a:t>Luyện tập  /  Practice</a:t>
            </a:r>
          </a:p>
        </p:txBody>
      </p:sp>
      <p:sp>
        <p:nvSpPr>
          <p:cNvPr id="4" name="practice-3">
            <a:extLst xmlns:a="http://schemas.openxmlformats.org/drawingml/2006/main">
              <a:ext uri="{FF2B5EF4-FFF2-40B4-BE49-F238E27FC236}">
                <a16:creationId xmlns:a16="http://schemas.microsoft.com/office/drawing/2014/main" id="{A8F941D0-7B8E-47F3-BBAC-F7F1B1041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E7D76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E7D76"/>
                </a:solidFill>
                <a:latin typeface="Arial"/>
                <a:ea typeface="Arial"/>
                <a:cs typeface="Arial"/>
              </a:rPr>
              <a:t>Mẫu cấu trúc · Thay bằng nội dung bài học</a:t>
            </a:r>
          </a:p>
        </p:txBody>
      </p:sp>
      <p:sp>
        <p:nvSpPr>
          <p:cNvPr id="5" name="practice-4">
            <a:extLst xmlns:a="http://schemas.openxmlformats.org/drawingml/2006/main">
              <a:ext uri="{FF2B5EF4-FFF2-40B4-BE49-F238E27FC236}">
                <a16:creationId xmlns:a16="http://schemas.microsoft.com/office/drawing/2014/main" id="{ED22E6AD-2E10-44E3-9142-58A4E4D99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109728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 i="0">
                <a:solidFill>
                  <a:srgbClr val="123C37"/>
                </a:solidFill>
                <a:latin typeface="Arial"/>
                <a:ea typeface="Arial"/>
                <a:cs typeface="Arial"/>
              </a:defRPr>
            </a:pPr>
            <a:r>
              <a:rPr sz="2550" b="0" i="0">
                <a:solidFill>
                  <a:srgbClr val="123C37"/>
                </a:solidFill>
                <a:latin typeface="Arial"/>
                <a:ea typeface="Arial"/>
                <a:cs typeface="Arial"/>
              </a:rPr>
              <a:t>[Yêu cầu của bài tập]</a:t>
            </a:r>
          </a:p>
          <a:p xmlns:a="http://schemas.openxmlformats.org/drawingml/2006/main">
            <a:pPr algn="l">
              <a:defRPr sz="2550" b="0" i="0">
                <a:solidFill>
                  <a:srgbClr val="123C37"/>
                </a:solidFill>
                <a:latin typeface="Arial"/>
                <a:ea typeface="Arial"/>
                <a:cs typeface="Arial"/>
              </a:defRPr>
            </a:pPr>
            <a:r>
              <a:rPr sz="2550" b="0" i="0">
                <a:solidFill>
                  <a:srgbClr val="123C37"/>
                </a:solidFill>
                <a:latin typeface="Arial"/>
                <a:ea typeface="Arial"/>
                <a:cs typeface="Arial"/>
              </a:rPr>
              <a:t>[Dữ kiện được cung cấp]</a:t>
            </a:r>
          </a:p>
          <a:p xmlns:a="http://schemas.openxmlformats.org/drawingml/2006/main">
            <a:pPr algn="l">
              <a:defRPr sz="2550" b="0" i="0">
                <a:solidFill>
                  <a:srgbClr val="123C37"/>
                </a:solidFill>
                <a:latin typeface="Arial"/>
                <a:ea typeface="Arial"/>
                <a:cs typeface="Arial"/>
              </a:defRPr>
            </a:pPr>
            <a:r>
              <a:rPr sz="2550" b="0" i="0">
                <a:solidFill>
                  <a:srgbClr val="123C37"/>
                </a:solidFill>
                <a:latin typeface="Arial"/>
                <a:ea typeface="Arial"/>
                <a:cs typeface="Arial"/>
              </a:rPr>
              <a:t>[Cách học sinh trình bày kết quả]</a:t>
            </a:r>
          </a:p>
        </p:txBody>
      </p:sp>
      <p:sp>
        <p:nvSpPr>
          <p:cNvPr id="6" name="practice-5">
            <a:extLst xmlns:a="http://schemas.openxmlformats.org/drawingml/2006/main">
              <a:ext uri="{FF2B5EF4-FFF2-40B4-BE49-F238E27FC236}">
                <a16:creationId xmlns:a16="http://schemas.microsoft.com/office/drawing/2014/main" id="{10A9E352-4B97-4ECF-A743-8477D7984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109728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 i="1">
                <a:solidFill>
                  <a:srgbClr val="087F70"/>
                </a:solidFill>
                <a:latin typeface="Arial"/>
                <a:ea typeface="Arial"/>
                <a:cs typeface="Arial"/>
              </a:defRPr>
            </a:pPr>
            <a:r>
              <a:rPr sz="2550" b="0" i="1">
                <a:solidFill>
                  <a:srgbClr val="087F70"/>
                </a:solidFill>
                <a:latin typeface="Arial"/>
                <a:ea typeface="Arial"/>
                <a:cs typeface="Arial"/>
              </a:rPr>
              <a:t>[Task instructions]</a:t>
            </a:r>
          </a:p>
          <a:p xmlns:a="http://schemas.openxmlformats.org/drawingml/2006/main">
            <a:pPr algn="l">
              <a:defRPr sz="2550" b="0" i="1">
                <a:solidFill>
                  <a:srgbClr val="087F70"/>
                </a:solidFill>
                <a:latin typeface="Arial"/>
                <a:ea typeface="Arial"/>
                <a:cs typeface="Arial"/>
              </a:defRPr>
            </a:pPr>
            <a:r>
              <a:rPr sz="2550" b="0" i="1">
                <a:solidFill>
                  <a:srgbClr val="087F70"/>
                </a:solidFill>
                <a:latin typeface="Arial"/>
                <a:ea typeface="Arial"/>
                <a:cs typeface="Arial"/>
              </a:rPr>
              <a:t>[Given information]</a:t>
            </a:r>
          </a:p>
          <a:p xmlns:a="http://schemas.openxmlformats.org/drawingml/2006/main">
            <a:pPr algn="l">
              <a:defRPr sz="2550" b="0" i="1">
                <a:solidFill>
                  <a:srgbClr val="087F70"/>
                </a:solidFill>
                <a:latin typeface="Arial"/>
                <a:ea typeface="Arial"/>
                <a:cs typeface="Arial"/>
              </a:defRPr>
            </a:pPr>
            <a:r>
              <a:rPr sz="2550" b="0" i="1">
                <a:solidFill>
                  <a:srgbClr val="087F70"/>
                </a:solidFill>
                <a:latin typeface="Arial"/>
                <a:ea typeface="Arial"/>
                <a:cs typeface="Arial"/>
              </a:rPr>
              <a:t>[How students present their results]</a:t>
            </a:r>
          </a:p>
        </p:txBody>
      </p:sp>
    </p:spTree>
    <p:extLst>
      <p:ext uri="{BB962C8B-B14F-4D97-AF65-F5344CB8AC3E}">
        <p14:creationId xmlns:p14="http://schemas.microsoft.com/office/powerpoint/2010/main" val="191177665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4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question-0">
            <a:extLst xmlns:a="http://schemas.openxmlformats.org/drawingml/2006/main">
              <a:ext uri="{FF2B5EF4-FFF2-40B4-BE49-F238E27FC236}">
                <a16:creationId xmlns:a16="http://schemas.microsoft.com/office/drawing/2014/main" id="{5583DAA6-E856-4C81-B985-800095EDF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87F70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087F70"/>
                </a:solidFill>
                <a:latin typeface="Arial"/>
                <a:ea typeface="Arial"/>
                <a:cs typeface="Arial"/>
              </a:rPr>
              <a:t>BiliClass   /   Môn học của thầy cô   /   10–12</a:t>
            </a:r>
          </a:p>
        </p:txBody>
      </p:sp>
      <p:sp>
        <p:nvSpPr>
          <p:cNvPr id="2" name="question-1">
            <a:extLst xmlns:a="http://schemas.openxmlformats.org/drawingml/2006/main">
              <a:ext uri="{FF2B5EF4-FFF2-40B4-BE49-F238E27FC236}">
                <a16:creationId xmlns:a16="http://schemas.microsoft.com/office/drawing/2014/main" id="{BB2C0804-3A67-4279-9885-93CF06C37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123C37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123C37"/>
                </a:solidFill>
                <a:latin typeface="Arial"/>
                <a:ea typeface="Arial"/>
                <a:cs typeface="Arial"/>
              </a:rPr>
              <a:t>Mẫu bài giảng song ngữ</a:t>
            </a:r>
          </a:p>
        </p:txBody>
      </p:sp>
      <p:sp>
        <p:nvSpPr>
          <p:cNvPr id="3" name="question-2">
            <a:extLst xmlns:a="http://schemas.openxmlformats.org/drawingml/2006/main">
              <a:ext uri="{FF2B5EF4-FFF2-40B4-BE49-F238E27FC236}">
                <a16:creationId xmlns:a16="http://schemas.microsoft.com/office/drawing/2014/main" id="{EB4D5FCD-45B6-43ED-AAE8-BB979E4A3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5E7D76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5E7D76"/>
                </a:solidFill>
                <a:latin typeface="Arial"/>
                <a:ea typeface="Arial"/>
                <a:cs typeface="Arial"/>
              </a:rPr>
              <a:t>Hỏi lớp  /  Ask the class</a:t>
            </a:r>
          </a:p>
        </p:txBody>
      </p:sp>
      <p:sp>
        <p:nvSpPr>
          <p:cNvPr id="4" name="question-3">
            <a:extLst xmlns:a="http://schemas.openxmlformats.org/drawingml/2006/main">
              <a:ext uri="{FF2B5EF4-FFF2-40B4-BE49-F238E27FC236}">
                <a16:creationId xmlns:a16="http://schemas.microsoft.com/office/drawing/2014/main" id="{4BD4C510-3B05-43CB-A653-5CF1D8BF3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E7D76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E7D76"/>
                </a:solidFill>
                <a:latin typeface="Arial"/>
                <a:ea typeface="Arial"/>
                <a:cs typeface="Arial"/>
              </a:rPr>
              <a:t>Mẫu cấu trúc · Thay bằng nội dung bài học</a:t>
            </a:r>
          </a:p>
        </p:txBody>
      </p:sp>
      <p:sp>
        <p:nvSpPr>
          <p:cNvPr id="5" name="question-4">
            <a:extLst xmlns:a="http://schemas.openxmlformats.org/drawingml/2006/main">
              <a:ext uri="{FF2B5EF4-FFF2-40B4-BE49-F238E27FC236}">
                <a16:creationId xmlns:a16="http://schemas.microsoft.com/office/drawing/2014/main" id="{4E3FB405-46C7-4485-9CD9-0418BD856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109728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123C37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123C37"/>
                </a:solidFill>
                <a:latin typeface="Arial"/>
                <a:ea typeface="Arial"/>
                <a:cs typeface="Arial"/>
              </a:rPr>
              <a:t>[Câu hỏi cho cả lớp]</a:t>
            </a:r>
          </a:p>
          <a:p xmlns:a="http://schemas.openxmlformats.org/drawingml/2006/main">
            <a:pPr algn="l">
              <a:defRPr sz="3000" b="1" i="0">
                <a:solidFill>
                  <a:srgbClr val="123C37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123C37"/>
                </a:solidFill>
                <a:latin typeface="Arial"/>
                <a:ea typeface="Arial"/>
                <a:cs typeface="Arial"/>
              </a:rPr>
              <a:t>[Điều học sinh cần giải thích]</a:t>
            </a:r>
          </a:p>
        </p:txBody>
      </p:sp>
      <p:sp>
        <p:nvSpPr>
          <p:cNvPr id="6" name="question-5">
            <a:extLst xmlns:a="http://schemas.openxmlformats.org/drawingml/2006/main">
              <a:ext uri="{FF2B5EF4-FFF2-40B4-BE49-F238E27FC236}">
                <a16:creationId xmlns:a16="http://schemas.microsoft.com/office/drawing/2014/main" id="{A4B15488-CF3D-49E4-8128-4B437E74E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109728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 i="1">
                <a:solidFill>
                  <a:srgbClr val="087F70"/>
                </a:solidFill>
                <a:latin typeface="Arial"/>
                <a:ea typeface="Arial"/>
                <a:cs typeface="Arial"/>
              </a:defRPr>
            </a:pPr>
            <a:r>
              <a:rPr sz="3000" b="1" i="1">
                <a:solidFill>
                  <a:srgbClr val="087F70"/>
                </a:solidFill>
                <a:latin typeface="Arial"/>
                <a:ea typeface="Arial"/>
                <a:cs typeface="Arial"/>
              </a:rPr>
              <a:t>[Question for the class]</a:t>
            </a:r>
          </a:p>
          <a:p xmlns:a="http://schemas.openxmlformats.org/drawingml/2006/main">
            <a:pPr algn="l">
              <a:defRPr sz="3000" b="1" i="1">
                <a:solidFill>
                  <a:srgbClr val="087F70"/>
                </a:solidFill>
                <a:latin typeface="Arial"/>
                <a:ea typeface="Arial"/>
                <a:cs typeface="Arial"/>
              </a:defRPr>
            </a:pPr>
            <a:r>
              <a:rPr sz="3000" b="1" i="1">
                <a:solidFill>
                  <a:srgbClr val="087F70"/>
                </a:solidFill>
                <a:latin typeface="Arial"/>
                <a:ea typeface="Arial"/>
                <a:cs typeface="Arial"/>
              </a:rPr>
              <a:t>[What students should explain]</a:t>
            </a:r>
          </a:p>
        </p:txBody>
      </p:sp>
    </p:spTree>
    <p:extLst>
      <p:ext uri="{BB962C8B-B14F-4D97-AF65-F5344CB8AC3E}">
        <p14:creationId xmlns:p14="http://schemas.microsoft.com/office/powerpoint/2010/main" val="109229720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4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check-0">
            <a:extLst xmlns:a="http://schemas.openxmlformats.org/drawingml/2006/main">
              <a:ext uri="{FF2B5EF4-FFF2-40B4-BE49-F238E27FC236}">
                <a16:creationId xmlns:a16="http://schemas.microsoft.com/office/drawing/2014/main" id="{B9F1F435-46FC-467B-87D6-423754F48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87F70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087F70"/>
                </a:solidFill>
                <a:latin typeface="Arial"/>
                <a:ea typeface="Arial"/>
                <a:cs typeface="Arial"/>
              </a:rPr>
              <a:t>BiliClass   /   Môn học của thầy cô   /   10–12</a:t>
            </a:r>
          </a:p>
        </p:txBody>
      </p:sp>
      <p:sp>
        <p:nvSpPr>
          <p:cNvPr id="2" name="check-1">
            <a:extLst xmlns:a="http://schemas.openxmlformats.org/drawingml/2006/main">
              <a:ext uri="{FF2B5EF4-FFF2-40B4-BE49-F238E27FC236}">
                <a16:creationId xmlns:a16="http://schemas.microsoft.com/office/drawing/2014/main" id="{00E6E927-B9F6-473D-AF71-0F218D77A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123C37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123C37"/>
                </a:solidFill>
                <a:latin typeface="Arial"/>
                <a:ea typeface="Arial"/>
                <a:cs typeface="Arial"/>
              </a:rPr>
              <a:t>Mẫu bài giảng song ngữ</a:t>
            </a:r>
          </a:p>
        </p:txBody>
      </p:sp>
      <p:sp>
        <p:nvSpPr>
          <p:cNvPr id="3" name="check-2">
            <a:extLst xmlns:a="http://schemas.openxmlformats.org/drawingml/2006/main">
              <a:ext uri="{FF2B5EF4-FFF2-40B4-BE49-F238E27FC236}">
                <a16:creationId xmlns:a16="http://schemas.microsoft.com/office/drawing/2014/main" id="{C98B0F4A-9F97-442E-9F04-C3BFED42D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5E7D76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5E7D76"/>
                </a:solidFill>
                <a:latin typeface="Arial"/>
                <a:ea typeface="Arial"/>
                <a:cs typeface="Arial"/>
              </a:rPr>
              <a:t>Kiểm tra hiểu bài  /  Check understanding</a:t>
            </a:r>
          </a:p>
        </p:txBody>
      </p:sp>
      <p:sp>
        <p:nvSpPr>
          <p:cNvPr id="4" name="check-3">
            <a:extLst xmlns:a="http://schemas.openxmlformats.org/drawingml/2006/main">
              <a:ext uri="{FF2B5EF4-FFF2-40B4-BE49-F238E27FC236}">
                <a16:creationId xmlns:a16="http://schemas.microsoft.com/office/drawing/2014/main" id="{296E2C94-AB2B-4CBA-B8D4-3599037D7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E7D76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E7D76"/>
                </a:solidFill>
                <a:latin typeface="Arial"/>
                <a:ea typeface="Arial"/>
                <a:cs typeface="Arial"/>
              </a:rPr>
              <a:t>Mẫu cấu trúc · Thay bằng nội dung bài học</a:t>
            </a:r>
          </a:p>
        </p:txBody>
      </p:sp>
      <p:sp>
        <p:nvSpPr>
          <p:cNvPr id="5" name="check-4">
            <a:extLst xmlns:a="http://schemas.openxmlformats.org/drawingml/2006/main">
              <a:ext uri="{FF2B5EF4-FFF2-40B4-BE49-F238E27FC236}">
                <a16:creationId xmlns:a16="http://schemas.microsoft.com/office/drawing/2014/main" id="{4C4C3FEB-8246-4446-BDD7-0F96BB3A5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109728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 i="0">
                <a:solidFill>
                  <a:srgbClr val="123C37"/>
                </a:solidFill>
                <a:latin typeface="Arial"/>
                <a:ea typeface="Arial"/>
                <a:cs typeface="Arial"/>
              </a:defRPr>
            </a:pPr>
            <a:r>
              <a:rPr sz="2550" b="0" i="0">
                <a:solidFill>
                  <a:srgbClr val="123C37"/>
                </a:solidFill>
                <a:latin typeface="Arial"/>
                <a:ea typeface="Arial"/>
                <a:cs typeface="Arial"/>
              </a:rPr>
              <a:t>[Câu hỏi kiểm tra]</a:t>
            </a:r>
          </a:p>
          <a:p xmlns:a="http://schemas.openxmlformats.org/drawingml/2006/main">
            <a:pPr algn="l">
              <a:defRPr sz="2550" b="0" i="0">
                <a:solidFill>
                  <a:srgbClr val="123C37"/>
                </a:solidFill>
                <a:latin typeface="Arial"/>
                <a:ea typeface="Arial"/>
                <a:cs typeface="Arial"/>
              </a:defRPr>
            </a:pPr>
            <a:r>
              <a:rPr sz="2550" b="0" i="0">
                <a:solidFill>
                  <a:srgbClr val="123C37"/>
                </a:solidFill>
                <a:latin typeface="Arial"/>
                <a:ea typeface="Arial"/>
                <a:cs typeface="Arial"/>
              </a:rPr>
              <a:t>[Nội dung học sinh cần trả lời]</a:t>
            </a:r>
          </a:p>
        </p:txBody>
      </p:sp>
      <p:sp>
        <p:nvSpPr>
          <p:cNvPr id="6" name="check-5">
            <a:extLst xmlns:a="http://schemas.openxmlformats.org/drawingml/2006/main">
              <a:ext uri="{FF2B5EF4-FFF2-40B4-BE49-F238E27FC236}">
                <a16:creationId xmlns:a16="http://schemas.microsoft.com/office/drawing/2014/main" id="{EDF8CB91-D23E-4D0E-BDBD-6604556F4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109728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 i="1">
                <a:solidFill>
                  <a:srgbClr val="087F70"/>
                </a:solidFill>
                <a:latin typeface="Arial"/>
                <a:ea typeface="Arial"/>
                <a:cs typeface="Arial"/>
              </a:defRPr>
            </a:pPr>
            <a:r>
              <a:rPr sz="2550" b="0" i="1">
                <a:solidFill>
                  <a:srgbClr val="087F70"/>
                </a:solidFill>
                <a:latin typeface="Arial"/>
                <a:ea typeface="Arial"/>
                <a:cs typeface="Arial"/>
              </a:rPr>
              <a:t>[Check question]</a:t>
            </a:r>
          </a:p>
          <a:p xmlns:a="http://schemas.openxmlformats.org/drawingml/2006/main">
            <a:pPr algn="l">
              <a:defRPr sz="2550" b="0" i="1">
                <a:solidFill>
                  <a:srgbClr val="087F70"/>
                </a:solidFill>
                <a:latin typeface="Arial"/>
                <a:ea typeface="Arial"/>
                <a:cs typeface="Arial"/>
              </a:defRPr>
            </a:pPr>
            <a:r>
              <a:rPr sz="2550" b="0" i="1">
                <a:solidFill>
                  <a:srgbClr val="087F70"/>
                </a:solidFill>
                <a:latin typeface="Arial"/>
                <a:ea typeface="Arial"/>
                <a:cs typeface="Arial"/>
              </a:rPr>
              <a:t>[What students should answer]</a:t>
            </a:r>
          </a:p>
        </p:txBody>
      </p:sp>
    </p:spTree>
    <p:extLst>
      <p:ext uri="{BB962C8B-B14F-4D97-AF65-F5344CB8AC3E}">
        <p14:creationId xmlns:p14="http://schemas.microsoft.com/office/powerpoint/2010/main" val="176450526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4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ummary-0">
            <a:extLst xmlns:a="http://schemas.openxmlformats.org/drawingml/2006/main">
              <a:ext uri="{FF2B5EF4-FFF2-40B4-BE49-F238E27FC236}">
                <a16:creationId xmlns:a16="http://schemas.microsoft.com/office/drawing/2014/main" id="{8781112C-0E7F-4D74-8A0A-4887364E6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87F70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087F70"/>
                </a:solidFill>
                <a:latin typeface="Arial"/>
                <a:ea typeface="Arial"/>
                <a:cs typeface="Arial"/>
              </a:rPr>
              <a:t>BiliClass   /   Môn học của thầy cô   /   10–12</a:t>
            </a:r>
          </a:p>
        </p:txBody>
      </p:sp>
      <p:sp>
        <p:nvSpPr>
          <p:cNvPr id="2" name="summary-1">
            <a:extLst xmlns:a="http://schemas.openxmlformats.org/drawingml/2006/main">
              <a:ext uri="{FF2B5EF4-FFF2-40B4-BE49-F238E27FC236}">
                <a16:creationId xmlns:a16="http://schemas.microsoft.com/office/drawing/2014/main" id="{737AF99A-CEC4-4045-A7DE-173EE1F53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123C37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123C37"/>
                </a:solidFill>
                <a:latin typeface="Arial"/>
                <a:ea typeface="Arial"/>
                <a:cs typeface="Arial"/>
              </a:rPr>
              <a:t>Mẫu bài giảng song ngữ</a:t>
            </a:r>
          </a:p>
        </p:txBody>
      </p:sp>
      <p:sp>
        <p:nvSpPr>
          <p:cNvPr id="3" name="summary-2">
            <a:extLst xmlns:a="http://schemas.openxmlformats.org/drawingml/2006/main">
              <a:ext uri="{FF2B5EF4-FFF2-40B4-BE49-F238E27FC236}">
                <a16:creationId xmlns:a16="http://schemas.microsoft.com/office/drawing/2014/main" id="{C3BBBD27-A778-451F-92C5-1B58B69AD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5E7D76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5E7D76"/>
                </a:solidFill>
                <a:latin typeface="Arial"/>
                <a:ea typeface="Arial"/>
                <a:cs typeface="Arial"/>
              </a:rPr>
              <a:t>Tổng kết / cuối tiết  /  Summary / exit ticket</a:t>
            </a:r>
          </a:p>
        </p:txBody>
      </p:sp>
      <p:sp>
        <p:nvSpPr>
          <p:cNvPr id="4" name="summary-3">
            <a:extLst xmlns:a="http://schemas.openxmlformats.org/drawingml/2006/main">
              <a:ext uri="{FF2B5EF4-FFF2-40B4-BE49-F238E27FC236}">
                <a16:creationId xmlns:a16="http://schemas.microsoft.com/office/drawing/2014/main" id="{8D4995F9-9045-4FFD-9299-C74073ABC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E7D76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E7D76"/>
                </a:solidFill>
                <a:latin typeface="Arial"/>
                <a:ea typeface="Arial"/>
                <a:cs typeface="Arial"/>
              </a:rPr>
              <a:t>Mẫu cấu trúc · Thay bằng nội dung bài học</a:t>
            </a:r>
          </a:p>
        </p:txBody>
      </p:sp>
      <p:sp>
        <p:nvSpPr>
          <p:cNvPr id="5" name="summary-4">
            <a:extLst xmlns:a="http://schemas.openxmlformats.org/drawingml/2006/main">
              <a:ext uri="{FF2B5EF4-FFF2-40B4-BE49-F238E27FC236}">
                <a16:creationId xmlns:a16="http://schemas.microsoft.com/office/drawing/2014/main" id="{99F30A33-408C-4843-858F-C3C7C0002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109728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 i="0">
                <a:solidFill>
                  <a:srgbClr val="123C37"/>
                </a:solidFill>
                <a:latin typeface="Arial"/>
                <a:ea typeface="Arial"/>
                <a:cs typeface="Arial"/>
              </a:defRPr>
            </a:pPr>
            <a:r>
              <a:rPr sz="2550" b="0" i="0">
                <a:solidFill>
                  <a:srgbClr val="123C37"/>
                </a:solidFill>
                <a:latin typeface="Arial"/>
                <a:ea typeface="Arial"/>
                <a:cs typeface="Arial"/>
              </a:rPr>
              <a:t>[Ý chính cần ghi nhớ]</a:t>
            </a:r>
          </a:p>
          <a:p xmlns:a="http://schemas.openxmlformats.org/drawingml/2006/main">
            <a:pPr algn="l">
              <a:defRPr sz="2550" b="0" i="0">
                <a:solidFill>
                  <a:srgbClr val="123C37"/>
                </a:solidFill>
                <a:latin typeface="Arial"/>
                <a:ea typeface="Arial"/>
                <a:cs typeface="Arial"/>
              </a:defRPr>
            </a:pPr>
            <a:r>
              <a:rPr sz="2550" b="0" i="0">
                <a:solidFill>
                  <a:srgbClr val="123C37"/>
                </a:solidFill>
                <a:latin typeface="Arial"/>
                <a:ea typeface="Arial"/>
                <a:cs typeface="Arial"/>
              </a:rPr>
              <a:t>[Điều học sinh cần giải thích cuối tiết]</a:t>
            </a:r>
          </a:p>
        </p:txBody>
      </p:sp>
      <p:sp>
        <p:nvSpPr>
          <p:cNvPr id="6" name="summary-5">
            <a:extLst xmlns:a="http://schemas.openxmlformats.org/drawingml/2006/main">
              <a:ext uri="{FF2B5EF4-FFF2-40B4-BE49-F238E27FC236}">
                <a16:creationId xmlns:a16="http://schemas.microsoft.com/office/drawing/2014/main" id="{D91BF274-9A48-493D-A9E5-D226C74EE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109728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 i="1">
                <a:solidFill>
                  <a:srgbClr val="087F70"/>
                </a:solidFill>
                <a:latin typeface="Arial"/>
                <a:ea typeface="Arial"/>
                <a:cs typeface="Arial"/>
              </a:defRPr>
            </a:pPr>
            <a:r>
              <a:rPr sz="2550" b="0" i="1">
                <a:solidFill>
                  <a:srgbClr val="087F70"/>
                </a:solidFill>
                <a:latin typeface="Arial"/>
                <a:ea typeface="Arial"/>
                <a:cs typeface="Arial"/>
              </a:rPr>
              <a:t>[Key idea to remember]</a:t>
            </a:r>
          </a:p>
          <a:p xmlns:a="http://schemas.openxmlformats.org/drawingml/2006/main">
            <a:pPr algn="l">
              <a:defRPr sz="2550" b="0" i="1">
                <a:solidFill>
                  <a:srgbClr val="087F70"/>
                </a:solidFill>
                <a:latin typeface="Arial"/>
                <a:ea typeface="Arial"/>
                <a:cs typeface="Arial"/>
              </a:defRPr>
            </a:pPr>
            <a:r>
              <a:rPr sz="2550" b="0" i="1">
                <a:solidFill>
                  <a:srgbClr val="087F70"/>
                </a:solidFill>
                <a:latin typeface="Arial"/>
                <a:ea typeface="Arial"/>
                <a:cs typeface="Arial"/>
              </a:rPr>
              <a:t>[What students should explain at the end]</a:t>
            </a:r>
          </a:p>
        </p:txBody>
      </p:sp>
    </p:spTree>
    <p:extLst>
      <p:ext uri="{BB962C8B-B14F-4D97-AF65-F5344CB8AC3E}">
        <p14:creationId xmlns:p14="http://schemas.microsoft.com/office/powerpoint/2010/main" val="135349016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2026-10-02T13:07:33.3280000Z</dcterms:created>
  <dcterms:modified xsi:type="dcterms:W3CDTF">2026-10-02T13:07:33.3280000Z</dcterms:modified>
</coreProperties>
</file>