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163264d7e24e8c" /><Relationship Type="http://schemas.openxmlformats.org/officeDocument/2006/relationships/extended-properties" Target="/docProps/app.xml" Id="Rd81f055a67c940cf" /><Relationship Type="http://schemas.openxmlformats.org/officeDocument/2006/relationships/officeDocument" Target="/ppt/presentation.xml" Id="R80dd0f82959f46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1a1a67458543bc"/>
  </p:sldMasterIdLst>
  <p:notesMasterIdLst>
    <p:notesMasterId xmlns:r="http://schemas.openxmlformats.org/officeDocument/2006/relationships" r:id="R387c903e92a54a67"/>
  </p:notesMasterIdLst>
  <p:sldIdLst>
    <p:sldId xmlns:r="http://schemas.openxmlformats.org/officeDocument/2006/relationships" id="256" r:id="Rbb6e1201ff974553"/>
    <p:sldId xmlns:r="http://schemas.openxmlformats.org/officeDocument/2006/relationships" id="257" r:id="Ra33f9c7640be4f26"/>
    <p:sldId xmlns:r="http://schemas.openxmlformats.org/officeDocument/2006/relationships" id="258" r:id="Rfc5e321709814cfe"/>
    <p:sldId xmlns:r="http://schemas.openxmlformats.org/officeDocument/2006/relationships" id="259" r:id="Rb4b3a40818404d8e"/>
    <p:sldId xmlns:r="http://schemas.openxmlformats.org/officeDocument/2006/relationships" id="260" r:id="R72b91142bf4d43dc"/>
    <p:sldId xmlns:r="http://schemas.openxmlformats.org/officeDocument/2006/relationships" id="261" r:id="R56d37d670b664c8f"/>
    <p:sldId xmlns:r="http://schemas.openxmlformats.org/officeDocument/2006/relationships" id="262" r:id="R3b1f732d11a74ac2"/>
    <p:sldId xmlns:r="http://schemas.openxmlformats.org/officeDocument/2006/relationships" id="263" r:id="R28895d348ee448fb"/>
    <p:sldId xmlns:r="http://schemas.openxmlformats.org/officeDocument/2006/relationships" id="264" r:id="R15c9fd97b6fd4b56"/>
    <p:sldId xmlns:r="http://schemas.openxmlformats.org/officeDocument/2006/relationships" id="265" r:id="R89c9702b2c514fd8"/>
    <p:sldId xmlns:r="http://schemas.openxmlformats.org/officeDocument/2006/relationships" id="266" r:id="Rcb22e85687e54e2f"/>
    <p:sldId xmlns:r="http://schemas.openxmlformats.org/officeDocument/2006/relationships" id="267" r:id="R56dbdf9a496f495f"/>
    <p:sldId xmlns:r="http://schemas.openxmlformats.org/officeDocument/2006/relationships" id="268" r:id="Re5079148abc642ce"/>
    <p:sldId xmlns:r="http://schemas.openxmlformats.org/officeDocument/2006/relationships" id="269" r:id="Rada112561ccc4f3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2f57e2e8cd4589" /><Relationship Type="http://schemas.openxmlformats.org/officeDocument/2006/relationships/slideMaster" Target="/ppt/slideMasters/slideMaster1.xml" Id="Rd91a1a67458543bc" /><Relationship Type="http://schemas.openxmlformats.org/officeDocument/2006/relationships/notesMaster" Target="/ppt/notesMasters/notesMaster1.xml" Id="R387c903e92a54a67" /><Relationship Type="http://schemas.openxmlformats.org/officeDocument/2006/relationships/presProps" Target="/ppt/presProps.xml" Id="R41136017abd14b46" /><Relationship Type="http://schemas.openxmlformats.org/officeDocument/2006/relationships/tableStyles" Target="/ppt/tableStyles.xml" Id="Rb2c6f2e3f4df4199" /><Relationship Type="http://schemas.openxmlformats.org/officeDocument/2006/relationships/slide" Target="/ppt/slides/slide1.xml" Id="Rbb6e1201ff974553" /><Relationship Type="http://schemas.openxmlformats.org/officeDocument/2006/relationships/slide" Target="/ppt/slides/slide2.xml" Id="Ra33f9c7640be4f26" /><Relationship Type="http://schemas.openxmlformats.org/officeDocument/2006/relationships/slide" Target="/ppt/slides/slide3.xml" Id="Rfc5e321709814cfe" /><Relationship Type="http://schemas.openxmlformats.org/officeDocument/2006/relationships/slide" Target="/ppt/slides/slide4.xml" Id="Rb4b3a40818404d8e" /><Relationship Type="http://schemas.openxmlformats.org/officeDocument/2006/relationships/slide" Target="/ppt/slides/slide5.xml" Id="R72b91142bf4d43dc" /><Relationship Type="http://schemas.openxmlformats.org/officeDocument/2006/relationships/slide" Target="/ppt/slides/slide6.xml" Id="R56d37d670b664c8f" /><Relationship Type="http://schemas.openxmlformats.org/officeDocument/2006/relationships/slide" Target="/ppt/slides/slide7.xml" Id="R3b1f732d11a74ac2" /><Relationship Type="http://schemas.openxmlformats.org/officeDocument/2006/relationships/slide" Target="/ppt/slides/slide8.xml" Id="R28895d348ee448fb" /><Relationship Type="http://schemas.openxmlformats.org/officeDocument/2006/relationships/slide" Target="/ppt/slides/slide9.xml" Id="R15c9fd97b6fd4b56" /><Relationship Type="http://schemas.openxmlformats.org/officeDocument/2006/relationships/slide" Target="/ppt/slides/slide10.xml" Id="R89c9702b2c514fd8" /><Relationship Type="http://schemas.openxmlformats.org/officeDocument/2006/relationships/slide" Target="/ppt/slides/slide11.xml" Id="Rcb22e85687e54e2f" /><Relationship Type="http://schemas.openxmlformats.org/officeDocument/2006/relationships/slide" Target="/ppt/slides/slide12.xml" Id="R56dbdf9a496f495f" /><Relationship Type="http://schemas.openxmlformats.org/officeDocument/2006/relationships/slide" Target="/ppt/slides/slide13.xml" Id="Re5079148abc642ce" /><Relationship Type="http://schemas.openxmlformats.org/officeDocument/2006/relationships/slide" Target="/ppt/slides/slide14.xml" Id="Rada112561ccc4f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1906a7458f44e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41471cd3d4e4c8f" /><Relationship Type="http://schemas.openxmlformats.org/officeDocument/2006/relationships/notesMaster" Target="/ppt/notesMasters/notesMaster1.xml" Id="Rf80c6a7837d849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79c0728e4e843f6" /><Relationship Type="http://schemas.openxmlformats.org/officeDocument/2006/relationships/notesMaster" Target="/ppt/notesMasters/notesMaster1.xml" Id="Rfb60b6fc7b444f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1394e854ac040b8" /><Relationship Type="http://schemas.openxmlformats.org/officeDocument/2006/relationships/notesMaster" Target="/ppt/notesMasters/notesMaster1.xml" Id="R9aa857c007f045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084f7ef51cc4313" /><Relationship Type="http://schemas.openxmlformats.org/officeDocument/2006/relationships/notesMaster" Target="/ppt/notesMasters/notesMaster1.xml" Id="R0e2e0740550b4c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b92f8c6d6e4258" /><Relationship Type="http://schemas.openxmlformats.org/officeDocument/2006/relationships/notesMaster" Target="/ppt/notesMasters/notesMaster1.xml" Id="R6f43674bf783486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becba8c5f843e0" /><Relationship Type="http://schemas.openxmlformats.org/officeDocument/2006/relationships/notesMaster" Target="/ppt/notesMasters/notesMaster1.xml" Id="R03aad171209a49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7e80b43fae049e8" /><Relationship Type="http://schemas.openxmlformats.org/officeDocument/2006/relationships/notesMaster" Target="/ppt/notesMasters/notesMaster1.xml" Id="R06f3be142a024bd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6b3f148e037494f" /><Relationship Type="http://schemas.openxmlformats.org/officeDocument/2006/relationships/notesMaster" Target="/ppt/notesMasters/notesMaster1.xml" Id="R1c824f4d2fee48d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83bf3a9b504948" /><Relationship Type="http://schemas.openxmlformats.org/officeDocument/2006/relationships/notesMaster" Target="/ppt/notesMasters/notesMaster1.xml" Id="R8811890dc7f2415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19d71855c44559" /><Relationship Type="http://schemas.openxmlformats.org/officeDocument/2006/relationships/notesMaster" Target="/ppt/notesMasters/notesMaster1.xml" Id="R6da1091cd4e94e4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30c330d8fd46be" /><Relationship Type="http://schemas.openxmlformats.org/officeDocument/2006/relationships/notesMaster" Target="/ppt/notesMasters/notesMaster1.xml" Id="Rea38b9073d0c4c5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7cab5febdd0442f" /><Relationship Type="http://schemas.openxmlformats.org/officeDocument/2006/relationships/notesMaster" Target="/ppt/notesMasters/notesMaster1.xml" Id="R8e41b62cde54404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6c25d8c27b345b1" /><Relationship Type="http://schemas.openxmlformats.org/officeDocument/2006/relationships/notesMaster" Target="/ppt/notesMasters/notesMaster1.xml" Id="Ra983d31a12e34d2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706a888f39a4ff0" /><Relationship Type="http://schemas.openxmlformats.org/officeDocument/2006/relationships/notesMaster" Target="/ppt/notesMasters/notesMaster1.xml" Id="Rf8cf807f622644a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title.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goal.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warmup.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vocabulary.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concept.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explanation.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visual.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compare.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formula.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example.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practice.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question.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check.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Mẫu visual: summary. Ví dụ minh họa thiết kế từ app/assets/templates/demo_lessons.json. Khi tạo bài, thay bằng nội dung và hình của tài liệu giáo viên; không sao chép kiến thức của bài minh họa sang môn khác.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a455e4615c412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e425477ce741fb" /><Relationship Type="http://schemas.openxmlformats.org/officeDocument/2006/relationships/slideLayout" Target="/ppt/slideLayouts/slideLayout1.xml" Id="R905828d32af744d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5828d32af744d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51ffe3ee54d49" /><Relationship Type="http://schemas.openxmlformats.org/officeDocument/2006/relationships/image" Target="/ppt/media/image.png" Id="R5675ba752289449c" /><Relationship Type="http://schemas.openxmlformats.org/officeDocument/2006/relationships/image" Target="/ppt/media/image.svg" Id="R1fcdeb1d140b48b6" /><Relationship Type="http://schemas.openxmlformats.org/officeDocument/2006/relationships/notesSlide" Target="/ppt/notesSlides/notesSlide1.xml" Id="R9d1103ed907d4f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c11f3cdb1b47b7" /><Relationship Type="http://schemas.openxmlformats.org/officeDocument/2006/relationships/image" Target="/ppt/media/image2.png" Id="R18df9e9fe0c54e8b" /><Relationship Type="http://schemas.openxmlformats.org/officeDocument/2006/relationships/image" Target="/ppt/media/image2.svg" Id="R41fbd8dec52344f1" /><Relationship Type="http://schemas.openxmlformats.org/officeDocument/2006/relationships/notesSlide" Target="/ppt/notesSlides/notesSlide2.xml" Id="Rb9b18223c74d45d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bf1431591e4d72" /><Relationship Type="http://schemas.openxmlformats.org/officeDocument/2006/relationships/image" Target="/ppt/media/image3.png" Id="Rc5ef48808ec4455d" /><Relationship Type="http://schemas.openxmlformats.org/officeDocument/2006/relationships/image" Target="/ppt/media/image3.svg" Id="R8fb7cdd1cedd4e40" /><Relationship Type="http://schemas.openxmlformats.org/officeDocument/2006/relationships/notesSlide" Target="/ppt/notesSlides/notesSlide3.xml" Id="R0704fc54f75c43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ea6f8161d849f1" /><Relationship Type="http://schemas.openxmlformats.org/officeDocument/2006/relationships/image" Target="/ppt/media/image4.png" Id="Ra7f34ea5db95425a" /><Relationship Type="http://schemas.openxmlformats.org/officeDocument/2006/relationships/image" Target="/ppt/media/image4.svg" Id="R0c96009d83a644a3" /><Relationship Type="http://schemas.openxmlformats.org/officeDocument/2006/relationships/notesSlide" Target="/ppt/notesSlides/notesSlide4.xml" Id="R1201b584701341e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788efaab8c4a60" /><Relationship Type="http://schemas.openxmlformats.org/officeDocument/2006/relationships/image" Target="/ppt/media/image5.png" Id="R5148b77b850f4bcb" /><Relationship Type="http://schemas.openxmlformats.org/officeDocument/2006/relationships/image" Target="/ppt/media/image5.svg" Id="Rbba702cba6184d26" /><Relationship Type="http://schemas.openxmlformats.org/officeDocument/2006/relationships/notesSlide" Target="/ppt/notesSlides/notesSlide5.xml" Id="Rbe71aa2af61a444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9c4d6738f49a3" /><Relationship Type="http://schemas.openxmlformats.org/officeDocument/2006/relationships/image" Target="/ppt/media/image6.png" Id="R89bbf34f7d2a43ba" /><Relationship Type="http://schemas.openxmlformats.org/officeDocument/2006/relationships/image" Target="/ppt/media/image6.svg" Id="R06e081b6c49d4531" /><Relationship Type="http://schemas.openxmlformats.org/officeDocument/2006/relationships/notesSlide" Target="/ppt/notesSlides/notesSlide6.xml" Id="R80e15f222f8040d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6a0345fa1a46ae" /><Relationship Type="http://schemas.openxmlformats.org/officeDocument/2006/relationships/image" Target="/ppt/media/image7.png" Id="Rf39cc3147f64423f" /><Relationship Type="http://schemas.openxmlformats.org/officeDocument/2006/relationships/image" Target="/ppt/media/image7.svg" Id="Rb6d160dadd264233" /><Relationship Type="http://schemas.openxmlformats.org/officeDocument/2006/relationships/notesSlide" Target="/ppt/notesSlides/notesSlide7.xml" Id="Rcf3faf1df2ad486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8f6883edc348d3" /><Relationship Type="http://schemas.openxmlformats.org/officeDocument/2006/relationships/image" Target="/ppt/media/image8.png" Id="R6f4bc000f51a45e0" /><Relationship Type="http://schemas.openxmlformats.org/officeDocument/2006/relationships/image" Target="/ppt/media/image8.svg" Id="R6a4d8a6d304d418b" /><Relationship Type="http://schemas.openxmlformats.org/officeDocument/2006/relationships/notesSlide" Target="/ppt/notesSlides/notesSlide8.xml" Id="R8bbcb4cade6041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13e2623fe48bb" /><Relationship Type="http://schemas.openxmlformats.org/officeDocument/2006/relationships/image" Target="/ppt/media/image9.png" Id="R370f5d73a0bc4619" /><Relationship Type="http://schemas.openxmlformats.org/officeDocument/2006/relationships/image" Target="/ppt/media/image9.svg" Id="R8f628014f79d4168" /><Relationship Type="http://schemas.openxmlformats.org/officeDocument/2006/relationships/notesSlide" Target="/ppt/notesSlides/notesSlide9.xml" Id="R6bc98962b83544b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b363830b94470b" /><Relationship Type="http://schemas.openxmlformats.org/officeDocument/2006/relationships/image" Target="/ppt/media/image10.png" Id="Rb1b6da3f08d34ac5" /><Relationship Type="http://schemas.openxmlformats.org/officeDocument/2006/relationships/image" Target="/ppt/media/image10.svg" Id="R3cd185a0fa3842cb" /><Relationship Type="http://schemas.openxmlformats.org/officeDocument/2006/relationships/notesSlide" Target="/ppt/notesSlides/notesSlide10.xml" Id="R76e05b59d402416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e105c385bf4460" /><Relationship Type="http://schemas.openxmlformats.org/officeDocument/2006/relationships/image" Target="/ppt/media/image11.png" Id="Rc8c66812b03947a2" /><Relationship Type="http://schemas.openxmlformats.org/officeDocument/2006/relationships/image" Target="/ppt/media/image11.svg" Id="R7fc95962de764cca" /><Relationship Type="http://schemas.openxmlformats.org/officeDocument/2006/relationships/notesSlide" Target="/ppt/notesSlides/notesSlide11.xml" Id="R86fc8ae1f2aa496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e02b84c8149da" /><Relationship Type="http://schemas.openxmlformats.org/officeDocument/2006/relationships/image" Target="/ppt/media/image12.png" Id="R311d8e96f32543bd" /><Relationship Type="http://schemas.openxmlformats.org/officeDocument/2006/relationships/image" Target="/ppt/media/image12.svg" Id="R4ae011d9b7d84cb5" /><Relationship Type="http://schemas.openxmlformats.org/officeDocument/2006/relationships/notesSlide" Target="/ppt/notesSlides/notesSlide12.xml" Id="Racdc7a8d094c4b9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2e90c3ce4648cf" /><Relationship Type="http://schemas.openxmlformats.org/officeDocument/2006/relationships/image" Target="/ppt/media/image13.png" Id="Rf32bb2ffdb734b03" /><Relationship Type="http://schemas.openxmlformats.org/officeDocument/2006/relationships/image" Target="/ppt/media/image13.svg" Id="Rd3efd1023f014e55" /><Relationship Type="http://schemas.openxmlformats.org/officeDocument/2006/relationships/notesSlide" Target="/ppt/notesSlides/notesSlide13.xml" Id="Rb4570a7fd92d455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4c722d05bc41bc" /><Relationship Type="http://schemas.openxmlformats.org/officeDocument/2006/relationships/image" Target="/ppt/media/image14.png" Id="Rb598655273b34899" /><Relationship Type="http://schemas.openxmlformats.org/officeDocument/2006/relationships/image" Target="/ppt/media/image14.svg" Id="Rb929f44d391f438b" /><Relationship Type="http://schemas.openxmlformats.org/officeDocument/2006/relationships/notesSlide" Target="/ppt/notesSlides/notesSlide14.xml" Id="Re5634a4b337642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0">
            <a:extLst xmlns:a="http://schemas.openxmlformats.org/drawingml/2006/main">
              <a:ext uri="{FF2B5EF4-FFF2-40B4-BE49-F238E27FC236}">
                <a16:creationId xmlns:a16="http://schemas.microsoft.com/office/drawing/2014/main" id="{EE2D3171-AA80-4BF7-BE8C-146966685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title-1">
            <a:extLst xmlns:a="http://schemas.openxmlformats.org/drawingml/2006/main">
              <a:ext uri="{FF2B5EF4-FFF2-40B4-BE49-F238E27FC236}">
                <a16:creationId xmlns:a16="http://schemas.microsoft.com/office/drawing/2014/main" id="{58B622DF-5C28-4F0F-B3CE-A30666FE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A4253E64-CD56-466A-B5BF-47F6FC4C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Tên bài  /  Lesson title</a:t>
            </a:r>
          </a:p>
        </p:txBody>
      </p:sp>
      <p:sp>
        <p:nvSpPr>
          <p:cNvPr id="4" name="title-3">
            <a:extLst xmlns:a="http://schemas.openxmlformats.org/drawingml/2006/main">
              <a:ext uri="{FF2B5EF4-FFF2-40B4-BE49-F238E27FC236}">
                <a16:creationId xmlns:a16="http://schemas.microsoft.com/office/drawing/2014/main" id="{A0817A2B-EFEF-4F34-9748-F9136D3E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CB0B09A6-CA51-49D0-901D-A2130903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5219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Nước chuyển động quanh ta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7818232F-F01F-46EA-A7F2-8C1ED0AC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521970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Water moves around us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75ba752289449c">
            <a:extLst>
              <a:ext uri="{96DAC541-7B7A-43D3-8B79-37D633B846F1}">
                <asvg:svgBlip xmlns:asvg="http://schemas.microsoft.com/office/drawing/2016/SVG/main" r:embed="R1fcdeb1d140b48b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8017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goal-0">
            <a:extLst xmlns:a="http://schemas.openxmlformats.org/drawingml/2006/main">
              <a:ext uri="{FF2B5EF4-FFF2-40B4-BE49-F238E27FC236}">
                <a16:creationId xmlns:a16="http://schemas.microsoft.com/office/drawing/2014/main" id="{45E223E9-17C8-488F-9109-A6F79579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goal-1">
            <a:extLst xmlns:a="http://schemas.openxmlformats.org/drawingml/2006/main">
              <a:ext uri="{FF2B5EF4-FFF2-40B4-BE49-F238E27FC236}">
                <a16:creationId xmlns:a16="http://schemas.microsoft.com/office/drawing/2014/main" id="{CFCDBDCB-8A8E-4613-A272-729368CE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goal-2">
            <a:extLst xmlns:a="http://schemas.openxmlformats.org/drawingml/2006/main">
              <a:ext uri="{FF2B5EF4-FFF2-40B4-BE49-F238E27FC236}">
                <a16:creationId xmlns:a16="http://schemas.microsoft.com/office/drawing/2014/main" id="{FC1B31F0-315A-44F2-AA3F-A0C23C25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Mục tiêu  /  Learning goals</a:t>
            </a:r>
          </a:p>
        </p:txBody>
      </p:sp>
      <p:sp>
        <p:nvSpPr>
          <p:cNvPr id="4" name="goal-3">
            <a:extLst xmlns:a="http://schemas.openxmlformats.org/drawingml/2006/main">
              <a:ext uri="{FF2B5EF4-FFF2-40B4-BE49-F238E27FC236}">
                <a16:creationId xmlns:a16="http://schemas.microsoft.com/office/drawing/2014/main" id="{64B3F3DE-A6C2-450C-900B-ECE0619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goal-4">
            <a:extLst xmlns:a="http://schemas.openxmlformats.org/drawingml/2006/main">
              <a:ext uri="{FF2B5EF4-FFF2-40B4-BE49-F238E27FC236}">
                <a16:creationId xmlns:a16="http://schemas.microsoft.com/office/drawing/2014/main" id="{15BB075A-F769-43E3-8313-2DC6C0485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Nhận biết các bước trong sơ đồ.</a:t>
            </a:r>
          </a:p>
        </p:txBody>
      </p:sp>
      <p:sp>
        <p:nvSpPr>
          <p:cNvPr id="6" name="goal-5">
            <a:extLst xmlns:a="http://schemas.openxmlformats.org/drawingml/2006/main">
              <a:ext uri="{FF2B5EF4-FFF2-40B4-BE49-F238E27FC236}">
                <a16:creationId xmlns:a16="http://schemas.microsoft.com/office/drawing/2014/main" id="{869CC990-32E1-4425-A461-9031877F5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Identify the stages in the diagram.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df9e9fe0c54e8b">
            <a:extLst>
              <a:ext uri="{96DAC541-7B7A-43D3-8B79-37D633B846F1}">
                <asvg:svgBlip xmlns:asvg="http://schemas.microsoft.com/office/drawing/2016/SVG/main" r:embed="R41fbd8dec52344f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9417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warmup-0">
            <a:extLst xmlns:a="http://schemas.openxmlformats.org/drawingml/2006/main">
              <a:ext uri="{FF2B5EF4-FFF2-40B4-BE49-F238E27FC236}">
                <a16:creationId xmlns:a16="http://schemas.microsoft.com/office/drawing/2014/main" id="{D6B13C06-0F33-4CCF-A565-A0AA9ABE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warmup-1">
            <a:extLst xmlns:a="http://schemas.openxmlformats.org/drawingml/2006/main">
              <a:ext uri="{FF2B5EF4-FFF2-40B4-BE49-F238E27FC236}">
                <a16:creationId xmlns:a16="http://schemas.microsoft.com/office/drawing/2014/main" id="{2C868593-81A8-4589-803F-941F5C5A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warmup-2">
            <a:extLst xmlns:a="http://schemas.openxmlformats.org/drawingml/2006/main">
              <a:ext uri="{FF2B5EF4-FFF2-40B4-BE49-F238E27FC236}">
                <a16:creationId xmlns:a16="http://schemas.microsoft.com/office/drawing/2014/main" id="{AB574F82-47C1-4122-B667-3F9AD5BC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Khởi động  /  Warm-up</a:t>
            </a:r>
          </a:p>
        </p:txBody>
      </p:sp>
      <p:sp>
        <p:nvSpPr>
          <p:cNvPr id="4" name="warmup-3">
            <a:extLst xmlns:a="http://schemas.openxmlformats.org/drawingml/2006/main">
              <a:ext uri="{FF2B5EF4-FFF2-40B4-BE49-F238E27FC236}">
                <a16:creationId xmlns:a16="http://schemas.microsoft.com/office/drawing/2014/main" id="{CEF791C6-A715-4D25-8AB2-01456321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warmup-4">
            <a:extLst xmlns:a="http://schemas.openxmlformats.org/drawingml/2006/main">
              <a:ext uri="{FF2B5EF4-FFF2-40B4-BE49-F238E27FC236}">
                <a16:creationId xmlns:a16="http://schemas.microsoft.com/office/drawing/2014/main" id="{1BB81922-26C2-4E22-A890-75D6C113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Sau cơn mưa, nước đi đâu?</a:t>
            </a:r>
          </a:p>
        </p:txBody>
      </p:sp>
      <p:sp>
        <p:nvSpPr>
          <p:cNvPr id="6" name="warmup-5">
            <a:extLst xmlns:a="http://schemas.openxmlformats.org/drawingml/2006/main">
              <a:ext uri="{FF2B5EF4-FFF2-40B4-BE49-F238E27FC236}">
                <a16:creationId xmlns:a16="http://schemas.microsoft.com/office/drawing/2014/main" id="{44194CF1-AE04-48C6-AD9F-75D29BACA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Where does water go after rain?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ef48808ec4455d">
            <a:extLst>
              <a:ext uri="{96DAC541-7B7A-43D3-8B79-37D633B846F1}">
                <asvg:svgBlip xmlns:asvg="http://schemas.microsoft.com/office/drawing/2016/SVG/main" r:embed="R8fb7cdd1cedd4e4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3126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vocabulary-0">
            <a:extLst xmlns:a="http://schemas.openxmlformats.org/drawingml/2006/main">
              <a:ext uri="{FF2B5EF4-FFF2-40B4-BE49-F238E27FC236}">
                <a16:creationId xmlns:a16="http://schemas.microsoft.com/office/drawing/2014/main" id="{9A0AC4E4-0023-465A-88B2-D8AA8243D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vocabulary-1">
            <a:extLst xmlns:a="http://schemas.openxmlformats.org/drawingml/2006/main">
              <a:ext uri="{FF2B5EF4-FFF2-40B4-BE49-F238E27FC236}">
                <a16:creationId xmlns:a16="http://schemas.microsoft.com/office/drawing/2014/main" id="{59170D88-82A3-4DE0-8A15-A8C9453F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vocabulary-2">
            <a:extLst xmlns:a="http://schemas.openxmlformats.org/drawingml/2006/main">
              <a:ext uri="{FF2B5EF4-FFF2-40B4-BE49-F238E27FC236}">
                <a16:creationId xmlns:a16="http://schemas.microsoft.com/office/drawing/2014/main" id="{3A0101C7-FB1B-4413-93F0-361ABD49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Từ khóa song ngữ  /  Key vocabulary</a:t>
            </a:r>
          </a:p>
        </p:txBody>
      </p:sp>
      <p:sp>
        <p:nvSpPr>
          <p:cNvPr id="4" name="vocabulary-3">
            <a:extLst xmlns:a="http://schemas.openxmlformats.org/drawingml/2006/main">
              <a:ext uri="{FF2B5EF4-FFF2-40B4-BE49-F238E27FC236}">
                <a16:creationId xmlns:a16="http://schemas.microsoft.com/office/drawing/2014/main" id="{47248E56-9803-4A2C-AD3F-460875BCC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vocabulary-4">
            <a:extLst xmlns:a="http://schemas.openxmlformats.org/drawingml/2006/main">
              <a:ext uri="{FF2B5EF4-FFF2-40B4-BE49-F238E27FC236}">
                <a16:creationId xmlns:a16="http://schemas.microsoft.com/office/drawing/2014/main" id="{532DC9BC-5633-4E5F-A280-BEF22828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Bay hơi · Ngưng tụ</a:t>
            </a:r>
          </a:p>
          <a:p xmlns:a="http://schemas.openxmlformats.org/drawingml/2006/main">
            <a:pPr algn="l">
              <a:defRPr sz="21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Mưa</a:t>
            </a:r>
          </a:p>
        </p:txBody>
      </p:sp>
      <p:sp>
        <p:nvSpPr>
          <p:cNvPr id="6" name="vocabulary-5">
            <a:extLst xmlns:a="http://schemas.openxmlformats.org/drawingml/2006/main">
              <a:ext uri="{FF2B5EF4-FFF2-40B4-BE49-F238E27FC236}">
                <a16:creationId xmlns:a16="http://schemas.microsoft.com/office/drawing/2014/main" id="{30382F35-DCAD-4B2F-994F-D9C5DAEC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Evaporation · Condensation</a:t>
            </a:r>
          </a:p>
          <a:p xmlns:a="http://schemas.openxmlformats.org/drawingml/2006/main">
            <a:pPr algn="l">
              <a:defRPr sz="21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Rain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f34ea5db95425a">
            <a:extLst>
              <a:ext uri="{96DAC541-7B7A-43D3-8B79-37D633B846F1}">
                <asvg:svgBlip xmlns:asvg="http://schemas.microsoft.com/office/drawing/2016/SVG/main" r:embed="R0c96009d83a644a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524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ncept-0">
            <a:extLst xmlns:a="http://schemas.openxmlformats.org/drawingml/2006/main">
              <a:ext uri="{FF2B5EF4-FFF2-40B4-BE49-F238E27FC236}">
                <a16:creationId xmlns:a16="http://schemas.microsoft.com/office/drawing/2014/main" id="{BC83F685-26B9-4689-957B-38631F07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concept-1">
            <a:extLst xmlns:a="http://schemas.openxmlformats.org/drawingml/2006/main">
              <a:ext uri="{FF2B5EF4-FFF2-40B4-BE49-F238E27FC236}">
                <a16:creationId xmlns:a16="http://schemas.microsoft.com/office/drawing/2014/main" id="{4468AC52-8CF4-4D71-A77B-3E1B4F406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concept-2">
            <a:extLst xmlns:a="http://schemas.openxmlformats.org/drawingml/2006/main">
              <a:ext uri="{FF2B5EF4-FFF2-40B4-BE49-F238E27FC236}">
                <a16:creationId xmlns:a16="http://schemas.microsoft.com/office/drawing/2014/main" id="{6622BF06-777A-4859-949B-B65D87014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Khái niệm  /  Concept</a:t>
            </a:r>
          </a:p>
        </p:txBody>
      </p:sp>
      <p:sp>
        <p:nvSpPr>
          <p:cNvPr id="4" name="concept-3">
            <a:extLst xmlns:a="http://schemas.openxmlformats.org/drawingml/2006/main">
              <a:ext uri="{FF2B5EF4-FFF2-40B4-BE49-F238E27FC236}">
                <a16:creationId xmlns:a16="http://schemas.microsoft.com/office/drawing/2014/main" id="{50DE972C-5D17-4787-A482-77194353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concept-4">
            <a:extLst xmlns:a="http://schemas.openxmlformats.org/drawingml/2006/main">
              <a:ext uri="{FF2B5EF4-FFF2-40B4-BE49-F238E27FC236}">
                <a16:creationId xmlns:a16="http://schemas.microsoft.com/office/drawing/2014/main" id="{4150A956-CC8B-4315-8EFD-86011C1D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Nước tuần hoàn trong tự nhiên.</a:t>
            </a:r>
          </a:p>
        </p:txBody>
      </p:sp>
      <p:sp>
        <p:nvSpPr>
          <p:cNvPr id="6" name="concept-5">
            <a:extLst xmlns:a="http://schemas.openxmlformats.org/drawingml/2006/main">
              <a:ext uri="{FF2B5EF4-FFF2-40B4-BE49-F238E27FC236}">
                <a16:creationId xmlns:a16="http://schemas.microsoft.com/office/drawing/2014/main" id="{1D6E0973-A147-4C53-934A-6D65C0648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Water cycles through nature.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48b77b850f4bcb">
            <a:extLst>
              <a:ext uri="{96DAC541-7B7A-43D3-8B79-37D633B846F1}">
                <asvg:svgBlip xmlns:asvg="http://schemas.microsoft.com/office/drawing/2016/SVG/main" r:embed="Rbba702cba6184d2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96394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xplanation-0">
            <a:extLst xmlns:a="http://schemas.openxmlformats.org/drawingml/2006/main">
              <a:ext uri="{FF2B5EF4-FFF2-40B4-BE49-F238E27FC236}">
                <a16:creationId xmlns:a16="http://schemas.microsoft.com/office/drawing/2014/main" id="{2D18820E-F22D-4745-B4E3-F2173674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explanation-1">
            <a:extLst xmlns:a="http://schemas.openxmlformats.org/drawingml/2006/main">
              <a:ext uri="{FF2B5EF4-FFF2-40B4-BE49-F238E27FC236}">
                <a16:creationId xmlns:a16="http://schemas.microsoft.com/office/drawing/2014/main" id="{39D7217A-CB32-4AAD-B1B6-329817A18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explanation-2">
            <a:extLst xmlns:a="http://schemas.openxmlformats.org/drawingml/2006/main">
              <a:ext uri="{FF2B5EF4-FFF2-40B4-BE49-F238E27FC236}">
                <a16:creationId xmlns:a16="http://schemas.microsoft.com/office/drawing/2014/main" id="{04417DA3-D322-4D51-B6A8-FFF5835E9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Giải thích  /  Explanation</a:t>
            </a:r>
          </a:p>
        </p:txBody>
      </p:sp>
      <p:sp>
        <p:nvSpPr>
          <p:cNvPr id="4" name="explanation-3">
            <a:extLst xmlns:a="http://schemas.openxmlformats.org/drawingml/2006/main">
              <a:ext uri="{FF2B5EF4-FFF2-40B4-BE49-F238E27FC236}">
                <a16:creationId xmlns:a16="http://schemas.microsoft.com/office/drawing/2014/main" id="{F14262F5-D88C-475B-89DF-6ADD2BA3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explanation-4">
            <a:extLst xmlns:a="http://schemas.openxmlformats.org/drawingml/2006/main">
              <a:ext uri="{FF2B5EF4-FFF2-40B4-BE49-F238E27FC236}">
                <a16:creationId xmlns:a16="http://schemas.microsoft.com/office/drawing/2014/main" id="{2CD470DD-4833-4E96-A2B6-F5DB356A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Hơi nước ngưng tụ thành giọt nước.</a:t>
            </a:r>
          </a:p>
        </p:txBody>
      </p:sp>
      <p:sp>
        <p:nvSpPr>
          <p:cNvPr id="6" name="explanation-5">
            <a:extLst xmlns:a="http://schemas.openxmlformats.org/drawingml/2006/main">
              <a:ext uri="{FF2B5EF4-FFF2-40B4-BE49-F238E27FC236}">
                <a16:creationId xmlns:a16="http://schemas.microsoft.com/office/drawing/2014/main" id="{16CB77FA-CCEA-4A18-A86B-76F81B56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Water vapour condenses into droplets.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bbf34f7d2a43ba">
            <a:extLst>
              <a:ext uri="{96DAC541-7B7A-43D3-8B79-37D633B846F1}">
                <asvg:svgBlip xmlns:asvg="http://schemas.microsoft.com/office/drawing/2016/SVG/main" r:embed="R06e081b6c49d4531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8032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visual-0">
            <a:extLst xmlns:a="http://schemas.openxmlformats.org/drawingml/2006/main">
              <a:ext uri="{FF2B5EF4-FFF2-40B4-BE49-F238E27FC236}">
                <a16:creationId xmlns:a16="http://schemas.microsoft.com/office/drawing/2014/main" id="{9791FD2F-71D6-434E-96D2-FD69D787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visual-1">
            <a:extLst xmlns:a="http://schemas.openxmlformats.org/drawingml/2006/main">
              <a:ext uri="{FF2B5EF4-FFF2-40B4-BE49-F238E27FC236}">
                <a16:creationId xmlns:a16="http://schemas.microsoft.com/office/drawing/2014/main" id="{F1DC1497-39C4-4EAB-A173-1B2FF675F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visual-2">
            <a:extLst xmlns:a="http://schemas.openxmlformats.org/drawingml/2006/main">
              <a:ext uri="{FF2B5EF4-FFF2-40B4-BE49-F238E27FC236}">
                <a16:creationId xmlns:a16="http://schemas.microsoft.com/office/drawing/2014/main" id="{62EA02EA-CA06-4C68-904A-3013AE33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Hình và chú thích  /  Visual explanation</a:t>
            </a:r>
          </a:p>
        </p:txBody>
      </p:sp>
      <p:sp>
        <p:nvSpPr>
          <p:cNvPr id="4" name="visual-3">
            <a:extLst xmlns:a="http://schemas.openxmlformats.org/drawingml/2006/main">
              <a:ext uri="{FF2B5EF4-FFF2-40B4-BE49-F238E27FC236}">
                <a16:creationId xmlns:a16="http://schemas.microsoft.com/office/drawing/2014/main" id="{154B0C1B-8D28-4C5E-8557-C9589CDE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visual-4">
            <a:extLst xmlns:a="http://schemas.openxmlformats.org/drawingml/2006/main">
              <a:ext uri="{FF2B5EF4-FFF2-40B4-BE49-F238E27FC236}">
                <a16:creationId xmlns:a16="http://schemas.microsoft.com/office/drawing/2014/main" id="{AFF67203-A6E1-4598-9EE2-54BDEDEE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Theo dõi các mũi tên trong hình.</a:t>
            </a:r>
          </a:p>
        </p:txBody>
      </p:sp>
      <p:sp>
        <p:nvSpPr>
          <p:cNvPr id="6" name="visual-5">
            <a:extLst xmlns:a="http://schemas.openxmlformats.org/drawingml/2006/main">
              <a:ext uri="{FF2B5EF4-FFF2-40B4-BE49-F238E27FC236}">
                <a16:creationId xmlns:a16="http://schemas.microsoft.com/office/drawing/2014/main" id="{495C14E2-926D-4232-B59B-74854050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Follow the arrows in the diagram.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9cc3147f64423f">
            <a:extLst>
              <a:ext uri="{96DAC541-7B7A-43D3-8B79-37D633B846F1}">
                <asvg:svgBlip xmlns:asvg="http://schemas.microsoft.com/office/drawing/2016/SVG/main" r:embed="Rb6d160dadd26423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9088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mpare-0">
            <a:extLst xmlns:a="http://schemas.openxmlformats.org/drawingml/2006/main">
              <a:ext uri="{FF2B5EF4-FFF2-40B4-BE49-F238E27FC236}">
                <a16:creationId xmlns:a16="http://schemas.microsoft.com/office/drawing/2014/main" id="{F7CB61B7-53D8-4D7B-8D9E-D88E3F374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compare-1">
            <a:extLst xmlns:a="http://schemas.openxmlformats.org/drawingml/2006/main">
              <a:ext uri="{FF2B5EF4-FFF2-40B4-BE49-F238E27FC236}">
                <a16:creationId xmlns:a16="http://schemas.microsoft.com/office/drawing/2014/main" id="{4FCE71BB-5039-41E3-9336-5361E57C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compare-2">
            <a:extLst xmlns:a="http://schemas.openxmlformats.org/drawingml/2006/main">
              <a:ext uri="{FF2B5EF4-FFF2-40B4-BE49-F238E27FC236}">
                <a16:creationId xmlns:a16="http://schemas.microsoft.com/office/drawing/2014/main" id="{D1340F6A-E6CE-4E57-BCCF-ECD37A88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So sánh  /  Comparison</a:t>
            </a:r>
          </a:p>
        </p:txBody>
      </p:sp>
      <p:sp>
        <p:nvSpPr>
          <p:cNvPr id="4" name="compare-3">
            <a:extLst xmlns:a="http://schemas.openxmlformats.org/drawingml/2006/main">
              <a:ext uri="{FF2B5EF4-FFF2-40B4-BE49-F238E27FC236}">
                <a16:creationId xmlns:a16="http://schemas.microsoft.com/office/drawing/2014/main" id="{435973B1-6720-4E84-B53C-D24B31EB6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compare-4">
            <a:extLst xmlns:a="http://schemas.openxmlformats.org/drawingml/2006/main">
              <a:ext uri="{FF2B5EF4-FFF2-40B4-BE49-F238E27FC236}">
                <a16:creationId xmlns:a16="http://schemas.microsoft.com/office/drawing/2014/main" id="{77DC53EF-D0B8-47FC-AAD8-A337D496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Bay hơi và ngưng tụ đổi trạng thái nước.</a:t>
            </a:r>
          </a:p>
        </p:txBody>
      </p:sp>
      <p:sp>
        <p:nvSpPr>
          <p:cNvPr id="6" name="compare-5">
            <a:extLst xmlns:a="http://schemas.openxmlformats.org/drawingml/2006/main">
              <a:ext uri="{FF2B5EF4-FFF2-40B4-BE49-F238E27FC236}">
                <a16:creationId xmlns:a16="http://schemas.microsoft.com/office/drawing/2014/main" id="{D7DBD423-1DC2-4046-B771-2D3151835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Evaporation and condensation change the state of water.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4bc000f51a45e0">
            <a:extLst>
              <a:ext uri="{96DAC541-7B7A-43D3-8B79-37D633B846F1}">
                <asvg:svgBlip xmlns:asvg="http://schemas.microsoft.com/office/drawing/2016/SVG/main" r:embed="R6a4d8a6d304d41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92266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rmula-0">
            <a:extLst xmlns:a="http://schemas.openxmlformats.org/drawingml/2006/main">
              <a:ext uri="{FF2B5EF4-FFF2-40B4-BE49-F238E27FC236}">
                <a16:creationId xmlns:a16="http://schemas.microsoft.com/office/drawing/2014/main" id="{8F638959-BF06-4822-9F94-F2E2DB31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formula-1">
            <a:extLst xmlns:a="http://schemas.openxmlformats.org/drawingml/2006/main">
              <a:ext uri="{FF2B5EF4-FFF2-40B4-BE49-F238E27FC236}">
                <a16:creationId xmlns:a16="http://schemas.microsoft.com/office/drawing/2014/main" id="{13DCFB06-F47C-456F-BCCB-EBC1C305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formula-2">
            <a:extLst xmlns:a="http://schemas.openxmlformats.org/drawingml/2006/main">
              <a:ext uri="{FF2B5EF4-FFF2-40B4-BE49-F238E27FC236}">
                <a16:creationId xmlns:a16="http://schemas.microsoft.com/office/drawing/2014/main" id="{0C35C6D7-E7A3-4EB8-AEF3-A75C78021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Công thức / quy tắc  /  Formula / rule</a:t>
            </a:r>
          </a:p>
        </p:txBody>
      </p:sp>
      <p:sp>
        <p:nvSpPr>
          <p:cNvPr id="4" name="formula-3">
            <a:extLst xmlns:a="http://schemas.openxmlformats.org/drawingml/2006/main">
              <a:ext uri="{FF2B5EF4-FFF2-40B4-BE49-F238E27FC236}">
                <a16:creationId xmlns:a16="http://schemas.microsoft.com/office/drawing/2014/main" id="{00CDBD59-E665-4823-81D3-5FFA1035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formula-4">
            <a:extLst xmlns:a="http://schemas.openxmlformats.org/drawingml/2006/main">
              <a:ext uri="{FF2B5EF4-FFF2-40B4-BE49-F238E27FC236}">
                <a16:creationId xmlns:a16="http://schemas.microsoft.com/office/drawing/2014/main" id="{79ABC315-D448-437D-BD26-882F29A5B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Lỏng → khí: bay hơi</a:t>
            </a:r>
          </a:p>
        </p:txBody>
      </p:sp>
      <p:sp>
        <p:nvSpPr>
          <p:cNvPr id="6" name="formula-5">
            <a:extLst xmlns:a="http://schemas.openxmlformats.org/drawingml/2006/main">
              <a:ext uri="{FF2B5EF4-FFF2-40B4-BE49-F238E27FC236}">
                <a16:creationId xmlns:a16="http://schemas.microsoft.com/office/drawing/2014/main" id="{3B5F5C08-3D30-484B-818F-4F7D21A2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Liquid → gas: evaporation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0f5d73a0bc4619">
            <a:extLst>
              <a:ext uri="{96DAC541-7B7A-43D3-8B79-37D633B846F1}">
                <asvg:svgBlip xmlns:asvg="http://schemas.microsoft.com/office/drawing/2016/SVG/main" r:embed="R8f628014f79d416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66607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example-0">
            <a:extLst xmlns:a="http://schemas.openxmlformats.org/drawingml/2006/main">
              <a:ext uri="{FF2B5EF4-FFF2-40B4-BE49-F238E27FC236}">
                <a16:creationId xmlns:a16="http://schemas.microsoft.com/office/drawing/2014/main" id="{C85B1E7F-4D16-40A5-9E84-EEB84A91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example-1">
            <a:extLst xmlns:a="http://schemas.openxmlformats.org/drawingml/2006/main">
              <a:ext uri="{FF2B5EF4-FFF2-40B4-BE49-F238E27FC236}">
                <a16:creationId xmlns:a16="http://schemas.microsoft.com/office/drawing/2014/main" id="{60086E0F-EB78-40F5-891B-D5918329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example-2">
            <a:extLst xmlns:a="http://schemas.openxmlformats.org/drawingml/2006/main">
              <a:ext uri="{FF2B5EF4-FFF2-40B4-BE49-F238E27FC236}">
                <a16:creationId xmlns:a16="http://schemas.microsoft.com/office/drawing/2014/main" id="{A2A00200-00E2-403E-8986-17EEA9B60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theo bước  /  Worked example</a:t>
            </a:r>
          </a:p>
        </p:txBody>
      </p:sp>
      <p:sp>
        <p:nvSpPr>
          <p:cNvPr id="4" name="example-3">
            <a:extLst xmlns:a="http://schemas.openxmlformats.org/drawingml/2006/main">
              <a:ext uri="{FF2B5EF4-FFF2-40B4-BE49-F238E27FC236}">
                <a16:creationId xmlns:a16="http://schemas.microsoft.com/office/drawing/2014/main" id="{72038956-472D-49B1-8D07-EFD74491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example-4">
            <a:extLst xmlns:a="http://schemas.openxmlformats.org/drawingml/2006/main">
              <a:ext uri="{FF2B5EF4-FFF2-40B4-BE49-F238E27FC236}">
                <a16:creationId xmlns:a16="http://schemas.microsoft.com/office/drawing/2014/main" id="{C8D4088F-1BF4-4BF6-A18C-59ADAC82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Vũng nước nhỏ dần khi nước bay hơi.</a:t>
            </a:r>
          </a:p>
        </p:txBody>
      </p:sp>
      <p:sp>
        <p:nvSpPr>
          <p:cNvPr id="6" name="example-5">
            <a:extLst xmlns:a="http://schemas.openxmlformats.org/drawingml/2006/main">
              <a:ext uri="{FF2B5EF4-FFF2-40B4-BE49-F238E27FC236}">
                <a16:creationId xmlns:a16="http://schemas.microsoft.com/office/drawing/2014/main" id="{8D50C4F0-660A-4E16-8E68-78B70991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A puddle shrinks as water evaporates.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b6da3f08d34ac5">
            <a:extLst>
              <a:ext uri="{96DAC541-7B7A-43D3-8B79-37D633B846F1}">
                <asvg:svgBlip xmlns:asvg="http://schemas.microsoft.com/office/drawing/2016/SVG/main" r:embed="R3cd185a0fa3842c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32141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practice-0">
            <a:extLst xmlns:a="http://schemas.openxmlformats.org/drawingml/2006/main">
              <a:ext uri="{FF2B5EF4-FFF2-40B4-BE49-F238E27FC236}">
                <a16:creationId xmlns:a16="http://schemas.microsoft.com/office/drawing/2014/main" id="{A425EF4A-1162-498A-80AE-FB9C9E4F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practice-1">
            <a:extLst xmlns:a="http://schemas.openxmlformats.org/drawingml/2006/main">
              <a:ext uri="{FF2B5EF4-FFF2-40B4-BE49-F238E27FC236}">
                <a16:creationId xmlns:a16="http://schemas.microsoft.com/office/drawing/2014/main" id="{803CDA72-3404-4CDB-BDC3-FE6505CD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practice-2">
            <a:extLst xmlns:a="http://schemas.openxmlformats.org/drawingml/2006/main">
              <a:ext uri="{FF2B5EF4-FFF2-40B4-BE49-F238E27FC236}">
                <a16:creationId xmlns:a16="http://schemas.microsoft.com/office/drawing/2014/main" id="{B2BFCF60-4926-44F3-9D7B-0BFC5A0D3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Luyện tập  /  Practice</a:t>
            </a:r>
          </a:p>
        </p:txBody>
      </p:sp>
      <p:sp>
        <p:nvSpPr>
          <p:cNvPr id="4" name="practice-3">
            <a:extLst xmlns:a="http://schemas.openxmlformats.org/drawingml/2006/main">
              <a:ext uri="{FF2B5EF4-FFF2-40B4-BE49-F238E27FC236}">
                <a16:creationId xmlns:a16="http://schemas.microsoft.com/office/drawing/2014/main" id="{15EAC025-9419-47ED-A484-950491C4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practice-4">
            <a:extLst xmlns:a="http://schemas.openxmlformats.org/drawingml/2006/main">
              <a:ext uri="{FF2B5EF4-FFF2-40B4-BE49-F238E27FC236}">
                <a16:creationId xmlns:a16="http://schemas.microsoft.com/office/drawing/2014/main" id="{BE1FC4E5-35E1-4DAE-8A76-655154E2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Gọi tên từng bước trong hình.</a:t>
            </a:r>
          </a:p>
        </p:txBody>
      </p:sp>
      <p:sp>
        <p:nvSpPr>
          <p:cNvPr id="6" name="practice-5">
            <a:extLst xmlns:a="http://schemas.openxmlformats.org/drawingml/2006/main">
              <a:ext uri="{FF2B5EF4-FFF2-40B4-BE49-F238E27FC236}">
                <a16:creationId xmlns:a16="http://schemas.microsoft.com/office/drawing/2014/main" id="{4B993859-3303-429E-B5ED-C4FC2DF3F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Name each stage in the diagram.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c66812b03947a2">
            <a:extLst>
              <a:ext uri="{96DAC541-7B7A-43D3-8B79-37D633B846F1}">
                <asvg:svgBlip xmlns:asvg="http://schemas.microsoft.com/office/drawing/2016/SVG/main" r:embed="R7fc95962de764cc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2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question-0">
            <a:extLst xmlns:a="http://schemas.openxmlformats.org/drawingml/2006/main">
              <a:ext uri="{FF2B5EF4-FFF2-40B4-BE49-F238E27FC236}">
                <a16:creationId xmlns:a16="http://schemas.microsoft.com/office/drawing/2014/main" id="{1019E871-AB67-4AC2-AA61-57305E47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question-1">
            <a:extLst xmlns:a="http://schemas.openxmlformats.org/drawingml/2006/main">
              <a:ext uri="{FF2B5EF4-FFF2-40B4-BE49-F238E27FC236}">
                <a16:creationId xmlns:a16="http://schemas.microsoft.com/office/drawing/2014/main" id="{86EDA65B-43DB-4B12-8542-F252F09C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question-2">
            <a:extLst xmlns:a="http://schemas.openxmlformats.org/drawingml/2006/main">
              <a:ext uri="{FF2B5EF4-FFF2-40B4-BE49-F238E27FC236}">
                <a16:creationId xmlns:a16="http://schemas.microsoft.com/office/drawing/2014/main" id="{0B72E61F-42CA-4F6D-A5D5-143D2E09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Hỏi lớp  /  Ask the class</a:t>
            </a:r>
          </a:p>
        </p:txBody>
      </p:sp>
      <p:sp>
        <p:nvSpPr>
          <p:cNvPr id="4" name="question-3">
            <a:extLst xmlns:a="http://schemas.openxmlformats.org/drawingml/2006/main">
              <a:ext uri="{FF2B5EF4-FFF2-40B4-BE49-F238E27FC236}">
                <a16:creationId xmlns:a16="http://schemas.microsoft.com/office/drawing/2014/main" id="{6E41CAED-E62A-4EDD-8456-0F5DD5E3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question-4">
            <a:extLst xmlns:a="http://schemas.openxmlformats.org/drawingml/2006/main">
              <a:ext uri="{FF2B5EF4-FFF2-40B4-BE49-F238E27FC236}">
                <a16:creationId xmlns:a16="http://schemas.microsoft.com/office/drawing/2014/main" id="{75424DE4-0CD4-4A27-A33B-D39F2306E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Mặt trời góp phần như thế nào?</a:t>
            </a:r>
          </a:p>
        </p:txBody>
      </p:sp>
      <p:sp>
        <p:nvSpPr>
          <p:cNvPr id="6" name="question-5">
            <a:extLst xmlns:a="http://schemas.openxmlformats.org/drawingml/2006/main">
              <a:ext uri="{FF2B5EF4-FFF2-40B4-BE49-F238E27FC236}">
                <a16:creationId xmlns:a16="http://schemas.microsoft.com/office/drawing/2014/main" id="{4C2021BA-D468-4994-B5F6-2E4F2CAD9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1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How does the Sun help?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1d8e96f32543bd">
            <a:extLst>
              <a:ext uri="{96DAC541-7B7A-43D3-8B79-37D633B846F1}">
                <asvg:svgBlip xmlns:asvg="http://schemas.microsoft.com/office/drawing/2016/SVG/main" r:embed="R4ae011d9b7d84cb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45563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heck-0">
            <a:extLst xmlns:a="http://schemas.openxmlformats.org/drawingml/2006/main">
              <a:ext uri="{FF2B5EF4-FFF2-40B4-BE49-F238E27FC236}">
                <a16:creationId xmlns:a16="http://schemas.microsoft.com/office/drawing/2014/main" id="{DB1B293D-8C02-4FC4-B5FA-2080BB98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check-1">
            <a:extLst xmlns:a="http://schemas.openxmlformats.org/drawingml/2006/main">
              <a:ext uri="{FF2B5EF4-FFF2-40B4-BE49-F238E27FC236}">
                <a16:creationId xmlns:a16="http://schemas.microsoft.com/office/drawing/2014/main" id="{FC9F8783-4BBE-4B05-A16D-73F3F5F2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check-2">
            <a:extLst xmlns:a="http://schemas.openxmlformats.org/drawingml/2006/main">
              <a:ext uri="{FF2B5EF4-FFF2-40B4-BE49-F238E27FC236}">
                <a16:creationId xmlns:a16="http://schemas.microsoft.com/office/drawing/2014/main" id="{2FECCF44-118C-4552-A8CC-7A16C1241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Kiểm tra hiểu bài  /  Check understanding</a:t>
            </a:r>
          </a:p>
        </p:txBody>
      </p:sp>
      <p:sp>
        <p:nvSpPr>
          <p:cNvPr id="4" name="check-3">
            <a:extLst xmlns:a="http://schemas.openxmlformats.org/drawingml/2006/main">
              <a:ext uri="{FF2B5EF4-FFF2-40B4-BE49-F238E27FC236}">
                <a16:creationId xmlns:a16="http://schemas.microsoft.com/office/drawing/2014/main" id="{A39572FE-5A53-4AC3-A4EC-971F1BFC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check-4">
            <a:extLst xmlns:a="http://schemas.openxmlformats.org/drawingml/2006/main">
              <a:ext uri="{FF2B5EF4-FFF2-40B4-BE49-F238E27FC236}">
                <a16:creationId xmlns:a16="http://schemas.microsoft.com/office/drawing/2014/main" id="{1DCA3BAE-F5C7-45E0-B960-088E125D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Hơi nước thành giọt: bước nào?</a:t>
            </a:r>
          </a:p>
        </p:txBody>
      </p:sp>
      <p:sp>
        <p:nvSpPr>
          <p:cNvPr id="6" name="check-5">
            <a:extLst xmlns:a="http://schemas.openxmlformats.org/drawingml/2006/main">
              <a:ext uri="{FF2B5EF4-FFF2-40B4-BE49-F238E27FC236}">
                <a16:creationId xmlns:a16="http://schemas.microsoft.com/office/drawing/2014/main" id="{8911846B-5385-4D2A-90BB-D5DA6F67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Which stage turns vapour into droplets?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2bb2ffdb734b03">
            <a:extLst>
              <a:ext uri="{96DAC541-7B7A-43D3-8B79-37D633B846F1}">
                <asvg:svgBlip xmlns:asvg="http://schemas.microsoft.com/office/drawing/2016/SVG/main" r:embed="Rd3efd1023f014e5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56060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ummary-0">
            <a:extLst xmlns:a="http://schemas.openxmlformats.org/drawingml/2006/main">
              <a:ext uri="{FF2B5EF4-FFF2-40B4-BE49-F238E27FC236}">
                <a16:creationId xmlns:a16="http://schemas.microsoft.com/office/drawing/2014/main" id="{75F0EA04-0424-4DBB-AAAC-8E7943A6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087F70"/>
                </a:solidFill>
                <a:latin typeface="Arial"/>
                <a:ea typeface="Arial"/>
                <a:cs typeface="Arial"/>
              </a:rPr>
              <a:t>BiliClass   /   Khoa học · ví dụ minh họa   /   </a:t>
            </a:r>
          </a:p>
        </p:txBody>
      </p:sp>
      <p:sp>
        <p:nvSpPr>
          <p:cNvPr id="2" name="summary-1">
            <a:extLst xmlns:a="http://schemas.openxmlformats.org/drawingml/2006/main">
              <a:ext uri="{FF2B5EF4-FFF2-40B4-BE49-F238E27FC236}">
                <a16:creationId xmlns:a16="http://schemas.microsoft.com/office/drawing/2014/main" id="{665FB577-14B7-4199-A016-A3905D04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Vòng tuần hoàn của nước</a:t>
            </a:r>
          </a:p>
        </p:txBody>
      </p:sp>
      <p:sp>
        <p:nvSpPr>
          <p:cNvPr id="3" name="summary-2">
            <a:extLst xmlns:a="http://schemas.openxmlformats.org/drawingml/2006/main">
              <a:ext uri="{FF2B5EF4-FFF2-40B4-BE49-F238E27FC236}">
                <a16:creationId xmlns:a16="http://schemas.microsoft.com/office/drawing/2014/main" id="{A7FF97C9-69B0-41DA-A1A8-760A1397A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Tổng kết / cuối tiết  /  Summary / exit ticket</a:t>
            </a:r>
          </a:p>
        </p:txBody>
      </p:sp>
      <p:sp>
        <p:nvSpPr>
          <p:cNvPr id="4" name="summary-3">
            <a:extLst xmlns:a="http://schemas.openxmlformats.org/drawingml/2006/main">
              <a:ext uri="{FF2B5EF4-FFF2-40B4-BE49-F238E27FC236}">
                <a16:creationId xmlns:a16="http://schemas.microsoft.com/office/drawing/2014/main" id="{2CCC5EFF-5030-40CD-91BA-A932D6C4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817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E7D76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5E7D76"/>
                </a:solidFill>
                <a:latin typeface="Arial"/>
                <a:ea typeface="Arial"/>
                <a:cs typeface="Arial"/>
              </a:rPr>
              <a:t>Ví dụ để xem thiết kế · Bài của thầy cô dùng nội dung và hình từ nguồn</a:t>
            </a:r>
          </a:p>
        </p:txBody>
      </p:sp>
      <p:sp>
        <p:nvSpPr>
          <p:cNvPr id="5" name="summary-4">
            <a:extLst xmlns:a="http://schemas.openxmlformats.org/drawingml/2006/main">
              <a:ext uri="{FF2B5EF4-FFF2-40B4-BE49-F238E27FC236}">
                <a16:creationId xmlns:a16="http://schemas.microsoft.com/office/drawing/2014/main" id="{B1568DF5-A753-4C0D-83CD-2B0E55D70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123C3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23C37"/>
                </a:solidFill>
                <a:latin typeface="Arial"/>
                <a:ea typeface="Arial"/>
                <a:cs typeface="Arial"/>
              </a:rPr>
              <a:t>Bay hơi → ngưng tụ → mưa.</a:t>
            </a:r>
          </a:p>
        </p:txBody>
      </p:sp>
      <p:sp>
        <p:nvSpPr>
          <p:cNvPr id="6" name="summary-5">
            <a:extLst xmlns:a="http://schemas.openxmlformats.org/drawingml/2006/main">
              <a:ext uri="{FF2B5EF4-FFF2-40B4-BE49-F238E27FC236}">
                <a16:creationId xmlns:a16="http://schemas.microsoft.com/office/drawing/2014/main" id="{B1D81C3D-F489-405E-86F6-7A31B477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52197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1">
                <a:solidFill>
                  <a:srgbClr val="087F70"/>
                </a:solidFill>
                <a:latin typeface="Arial"/>
                <a:ea typeface="Arial"/>
                <a:cs typeface="Arial"/>
              </a:defRPr>
            </a:pPr>
            <a:r>
              <a:rPr sz="2100" b="0" i="1">
                <a:solidFill>
                  <a:srgbClr val="087F70"/>
                </a:solidFill>
                <a:latin typeface="Arial"/>
                <a:ea typeface="Arial"/>
                <a:cs typeface="Arial"/>
              </a:rPr>
              <a:t>Evaporation → condensation → rain.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98655273b34899">
            <a:extLst>
              <a:ext uri="{96DAC541-7B7A-43D3-8B79-37D633B846F1}">
                <asvg:svgBlip xmlns:asvg="http://schemas.microsoft.com/office/drawing/2016/SVG/main" r:embed="Rb929f44d391f43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629400" y="2038350"/>
            <a:ext cx="4953000" cy="39052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4779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2026-10-03T05:29:03.2930000Z</dcterms:created>
  <dcterms:modified xsi:type="dcterms:W3CDTF">2026-10-03T05:29:03.2930000Z</dcterms:modified>
</coreProperties>
</file>