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iClass frame 2"/>
          <p:cNvSpPr/>
          <p:nvPr/>
        </p:nvSpPr>
        <p:spPr>
          <a:xfrm>
            <a:off x="0" y="0"/>
            <a:ext cx="12192000" cy="96012"/>
          </a:xfrm>
          <a:prstGeom prst="rect">
            <a:avLst/>
          </a:prstGeom>
          <a:solidFill>
            <a:srgbClr val="078C7F"/>
          </a:solidFill>
          <a:ln w="12700">
            <a:solidFill>
              <a:srgbClr val="078C7F">
                <a:alpha val="0"/>
              </a:srgbClr>
            </a:solidFill>
            <a:prstDash val="solid"/>
          </a:ln>
        </p:spPr>
      </p:sp>
      <p:sp>
        <p:nvSpPr>
          <p:cNvPr id="3" name="BiliClass frame 3"/>
          <p:cNvSpPr/>
          <p:nvPr/>
        </p:nvSpPr>
        <p:spPr>
          <a:xfrm>
            <a:off x="502920" y="2651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07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BiliClass / [SUBJECT] / [GRADE]</a:t>
            </a:r>
          </a:p>
        </p:txBody>
      </p:sp>
      <p:sp>
        <p:nvSpPr>
          <p:cNvPr id="4" name="BiliClass frame 4"/>
          <p:cNvSpPr/>
          <p:nvPr/>
        </p:nvSpPr>
        <p:spPr>
          <a:xfrm>
            <a:off x="9619488" y="228600"/>
            <a:ext cx="2084832" cy="356616"/>
          </a:xfrm>
          <a:prstGeom prst="roundRect">
            <a:avLst>
              <a:gd name="adj" fmla="val 46154"/>
            </a:avLst>
          </a:prstGeom>
          <a:solidFill>
            <a:srgbClr val="DFF3ED"/>
          </a:solidFill>
          <a:ln w="12700">
            <a:solidFill>
              <a:srgbClr val="DFF3ED">
                <a:alpha val="0"/>
              </a:srgbClr>
            </a:solidFill>
            <a:prstDash val="solid"/>
          </a:ln>
        </p:spPr>
      </p:sp>
      <p:sp>
        <p:nvSpPr>
          <p:cNvPr id="5" name="BiliClass frame 5"/>
          <p:cNvSpPr/>
          <p:nvPr/>
        </p:nvSpPr>
        <p:spPr>
          <a:xfrm>
            <a:off x="9738360" y="260604"/>
            <a:ext cx="1847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</a:t>
            </a:r>
          </a:p>
        </p:txBody>
      </p:sp>
      <p:sp>
        <p:nvSpPr>
          <p:cNvPr id="6" name="BiliClass frame 6"/>
          <p:cNvSpPr/>
          <p:nvPr/>
        </p:nvSpPr>
        <p:spPr>
          <a:xfrm>
            <a:off x="521208" y="6455664"/>
            <a:ext cx="11146536" cy="0"/>
          </a:xfrm>
          <a:prstGeom prst="line">
            <a:avLst/>
          </a:prstGeom>
          <a:noFill/>
          <a:ln w="12700">
            <a:solidFill>
              <a:srgbClr val="CCE8E1"/>
            </a:solidFill>
            <a:prstDash val="solid"/>
            <a:headEnd type="none"/>
            <a:tailEnd type="none"/>
          </a:ln>
        </p:spPr>
      </p:sp>
      <p:sp>
        <p:nvSpPr>
          <p:cNvPr id="7" name="BiliClass frame 7"/>
          <p:cNvSpPr/>
          <p:nvPr/>
        </p:nvSpPr>
        <p:spPr>
          <a:xfrm>
            <a:off x="521208" y="6505956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0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ONLY / Replace placeholders with the teacher's source</a:t>
            </a:r>
          </a:p>
        </p:txBody>
      </p:sp>
      <p:sp>
        <p:nvSpPr>
          <p:cNvPr id="8" name="BiliClass frame 8"/>
          <p:cNvSpPr/>
          <p:nvPr/>
        </p:nvSpPr>
        <p:spPr>
          <a:xfrm>
            <a:off x="11183112" y="6498641"/>
            <a:ext cx="420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7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9" name="BiliClass frame 9"/>
          <p:cNvSpPr/>
          <p:nvPr/>
        </p:nvSpPr>
        <p:spPr>
          <a:xfrm>
            <a:off x="685800" y="10698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</a:p>
        </p:txBody>
      </p:sp>
      <p:sp>
        <p:nvSpPr>
          <p:cNvPr id="10" name="BiliClass frame 10"/>
          <p:cNvSpPr/>
          <p:nvPr/>
        </p:nvSpPr>
        <p:spPr>
          <a:xfrm>
            <a:off x="685800" y="1581912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[LESSON_TITLE]</a:t>
            </a:r>
          </a:p>
        </p:txBody>
      </p:sp>
      <p:sp>
        <p:nvSpPr>
          <p:cNvPr id="11" name="BiliClass frame 11"/>
          <p:cNvSpPr/>
          <p:nvPr/>
        </p:nvSpPr>
        <p:spPr>
          <a:xfrm>
            <a:off x="704088" y="31181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07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[SOURCE_SUBTITLE]</a:t>
            </a:r>
          </a:p>
        </p:txBody>
      </p:sp>
      <p:sp>
        <p:nvSpPr>
          <p:cNvPr id="12" name="BiliClass frame 12"/>
          <p:cNvSpPr/>
          <p:nvPr/>
        </p:nvSpPr>
        <p:spPr>
          <a:xfrm>
            <a:off x="704088" y="4078224"/>
            <a:ext cx="5257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3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[SOURCE_SUBTITLE]</a:t>
            </a:r>
          </a:p>
        </p:txBody>
      </p:sp>
      <p:sp>
        <p:nvSpPr>
          <p:cNvPr id="13" name="BiliClass frame 13"/>
          <p:cNvSpPr/>
          <p:nvPr/>
        </p:nvSpPr>
        <p:spPr>
          <a:xfrm>
            <a:off x="6245352" y="1444752"/>
            <a:ext cx="4797857" cy="3367552"/>
          </a:xfrm>
          <a:prstGeom prst="roundRect">
            <a:avLst>
              <a:gd name="adj" fmla="val 5974"/>
            </a:avLst>
          </a:prstGeom>
          <a:solidFill>
            <a:srgbClr val="DFF3ED"/>
          </a:solidFill>
          <a:ln w="12700">
            <a:solidFill>
              <a:srgbClr val="DFF3ED">
                <a:alpha val="0"/>
              </a:srgbClr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07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[SOURCE_IMAGE]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iClass frame 2"/>
          <p:cNvSpPr/>
          <p:nvPr/>
        </p:nvSpPr>
        <p:spPr>
          <a:xfrm>
            <a:off x="0" y="0"/>
            <a:ext cx="12192000" cy="96012"/>
          </a:xfrm>
          <a:prstGeom prst="rect">
            <a:avLst/>
          </a:prstGeom>
          <a:solidFill>
            <a:srgbClr val="078C7F"/>
          </a:solidFill>
          <a:ln w="12700">
            <a:solidFill>
              <a:srgbClr val="078C7F">
                <a:alpha val="0"/>
              </a:srgbClr>
            </a:solidFill>
            <a:prstDash val="solid"/>
          </a:ln>
        </p:spPr>
      </p:sp>
      <p:sp>
        <p:nvSpPr>
          <p:cNvPr id="3" name="BiliClass frame 3"/>
          <p:cNvSpPr/>
          <p:nvPr/>
        </p:nvSpPr>
        <p:spPr>
          <a:xfrm>
            <a:off x="502920" y="2651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07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BiliClass / [SUBJECT] / [GRADE]</a:t>
            </a:r>
          </a:p>
        </p:txBody>
      </p:sp>
      <p:sp>
        <p:nvSpPr>
          <p:cNvPr id="4" name="BiliClass frame 4"/>
          <p:cNvSpPr/>
          <p:nvPr/>
        </p:nvSpPr>
        <p:spPr>
          <a:xfrm>
            <a:off x="9619488" y="228600"/>
            <a:ext cx="2084832" cy="356616"/>
          </a:xfrm>
          <a:prstGeom prst="roundRect">
            <a:avLst>
              <a:gd name="adj" fmla="val 46154"/>
            </a:avLst>
          </a:prstGeom>
          <a:solidFill>
            <a:srgbClr val="DFF3ED"/>
          </a:solidFill>
          <a:ln w="12700">
            <a:solidFill>
              <a:srgbClr val="DFF3ED">
                <a:alpha val="0"/>
              </a:srgbClr>
            </a:solidFill>
            <a:prstDash val="solid"/>
          </a:ln>
        </p:spPr>
      </p:sp>
      <p:sp>
        <p:nvSpPr>
          <p:cNvPr id="5" name="BiliClass frame 5"/>
          <p:cNvSpPr/>
          <p:nvPr/>
        </p:nvSpPr>
        <p:spPr>
          <a:xfrm>
            <a:off x="9738360" y="260604"/>
            <a:ext cx="1847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</a:t>
            </a:r>
          </a:p>
        </p:txBody>
      </p:sp>
      <p:sp>
        <p:nvSpPr>
          <p:cNvPr id="6" name="BiliClass frame 6"/>
          <p:cNvSpPr/>
          <p:nvPr/>
        </p:nvSpPr>
        <p:spPr>
          <a:xfrm>
            <a:off x="521208" y="6455664"/>
            <a:ext cx="11146536" cy="0"/>
          </a:xfrm>
          <a:prstGeom prst="line">
            <a:avLst/>
          </a:prstGeom>
          <a:noFill/>
          <a:ln w="12700">
            <a:solidFill>
              <a:srgbClr val="CCE8E1"/>
            </a:solidFill>
            <a:prstDash val="solid"/>
            <a:headEnd type="none"/>
            <a:tailEnd type="none"/>
          </a:ln>
        </p:spPr>
      </p:sp>
      <p:sp>
        <p:nvSpPr>
          <p:cNvPr id="7" name="BiliClass frame 7"/>
          <p:cNvSpPr/>
          <p:nvPr/>
        </p:nvSpPr>
        <p:spPr>
          <a:xfrm>
            <a:off x="521208" y="6505956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0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ONLY / Replace placeholders with the teacher's source</a:t>
            </a:r>
          </a:p>
        </p:txBody>
      </p:sp>
      <p:sp>
        <p:nvSpPr>
          <p:cNvPr id="8" name="BiliClass frame 8"/>
          <p:cNvSpPr/>
          <p:nvPr/>
        </p:nvSpPr>
        <p:spPr>
          <a:xfrm>
            <a:off x="11183112" y="6498641"/>
            <a:ext cx="420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7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9" name="BiliClass frame 9"/>
          <p:cNvSpPr/>
          <p:nvPr/>
        </p:nvSpPr>
        <p:spPr>
          <a:xfrm>
            <a:off x="594360" y="8412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spc="60" kern="0" dirty="0">
                <a:solidFill>
                  <a:srgbClr val="07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</a:p>
        </p:txBody>
      </p:sp>
      <p:sp>
        <p:nvSpPr>
          <p:cNvPr id="10" name="BiliClass frame 10"/>
          <p:cNvSpPr/>
          <p:nvPr/>
        </p:nvSpPr>
        <p:spPr>
          <a:xfrm>
            <a:off x="585216" y="1188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[SOURCE_HEADING]</a:t>
            </a:r>
          </a:p>
        </p:txBody>
      </p:sp>
      <p:sp>
        <p:nvSpPr>
          <p:cNvPr id="11" name="BiliClass frame 11"/>
          <p:cNvSpPr/>
          <p:nvPr/>
        </p:nvSpPr>
        <p:spPr>
          <a:xfrm>
            <a:off x="594360" y="185623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07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[SOURCE_SUBTITLE]</a:t>
            </a:r>
          </a:p>
        </p:txBody>
      </p:sp>
      <p:sp>
        <p:nvSpPr>
          <p:cNvPr id="12" name="BiliClass frame 12"/>
          <p:cNvSpPr/>
          <p:nvPr/>
        </p:nvSpPr>
        <p:spPr>
          <a:xfrm>
            <a:off x="722376" y="2487168"/>
            <a:ext cx="3502152" cy="2185416"/>
          </a:xfrm>
          <a:prstGeom prst="roundRect">
            <a:avLst>
              <a:gd name="adj" fmla="val 8368"/>
            </a:avLst>
          </a:prstGeom>
          <a:solidFill>
            <a:srgbClr val="FFFFFF"/>
          </a:solidFill>
          <a:ln w="12700">
            <a:solidFill>
              <a:srgbClr val="CCE8E1"/>
            </a:solidFill>
            <a:prstDash val="solid"/>
          </a:ln>
        </p:spPr>
      </p:sp>
      <p:sp>
        <p:nvSpPr>
          <p:cNvPr id="13" name="BiliClass frame 13"/>
          <p:cNvSpPr/>
          <p:nvPr/>
        </p:nvSpPr>
        <p:spPr>
          <a:xfrm>
            <a:off x="932688" y="2752344"/>
            <a:ext cx="466344" cy="466344"/>
          </a:xfrm>
          <a:prstGeom prst="ellipse">
            <a:avLst/>
          </a:prstGeom>
          <a:solidFill>
            <a:srgbClr val="DFF3ED"/>
          </a:solidFill>
          <a:ln w="12700">
            <a:solidFill>
              <a:srgbClr val="078C7F"/>
            </a:solidFill>
            <a:prstDash val="solid"/>
          </a:ln>
        </p:spPr>
      </p:sp>
      <p:sp>
        <p:nvSpPr>
          <p:cNvPr id="14" name="BiliClass frame 14"/>
          <p:cNvSpPr/>
          <p:nvPr/>
        </p:nvSpPr>
        <p:spPr>
          <a:xfrm>
            <a:off x="950976" y="286207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</a:p>
        </p:txBody>
      </p:sp>
      <p:sp>
        <p:nvSpPr>
          <p:cNvPr id="15" name="BiliClass frame 15"/>
          <p:cNvSpPr/>
          <p:nvPr/>
        </p:nvSpPr>
        <p:spPr>
          <a:xfrm>
            <a:off x="960120" y="338328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[SOURCE_POINT_1]</a:t>
            </a:r>
          </a:p>
        </p:txBody>
      </p:sp>
      <p:sp>
        <p:nvSpPr>
          <p:cNvPr id="16" name="BiliClass frame 16"/>
          <p:cNvSpPr/>
          <p:nvPr/>
        </p:nvSpPr>
        <p:spPr>
          <a:xfrm>
            <a:off x="969264" y="38679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7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[SOURCE_CAPTION_1]</a:t>
            </a:r>
          </a:p>
        </p:txBody>
      </p:sp>
      <p:sp>
        <p:nvSpPr>
          <p:cNvPr id="17" name="BiliClass frame 17"/>
          <p:cNvSpPr/>
          <p:nvPr/>
        </p:nvSpPr>
        <p:spPr>
          <a:xfrm>
            <a:off x="4590288" y="2487168"/>
            <a:ext cx="3502152" cy="2185416"/>
          </a:xfrm>
          <a:prstGeom prst="roundRect">
            <a:avLst>
              <a:gd name="adj" fmla="val 8368"/>
            </a:avLst>
          </a:prstGeom>
          <a:solidFill>
            <a:srgbClr val="FFFFFF"/>
          </a:solidFill>
          <a:ln w="12700">
            <a:solidFill>
              <a:srgbClr val="CCE8E1"/>
            </a:solidFill>
            <a:prstDash val="solid"/>
          </a:ln>
        </p:spPr>
      </p:sp>
      <p:sp>
        <p:nvSpPr>
          <p:cNvPr id="18" name="BiliClass frame 18"/>
          <p:cNvSpPr/>
          <p:nvPr/>
        </p:nvSpPr>
        <p:spPr>
          <a:xfrm>
            <a:off x="4800600" y="2752344"/>
            <a:ext cx="466344" cy="466344"/>
          </a:xfrm>
          <a:prstGeom prst="ellipse">
            <a:avLst/>
          </a:prstGeom>
          <a:solidFill>
            <a:srgbClr val="DFF3ED"/>
          </a:solidFill>
          <a:ln w="12700">
            <a:solidFill>
              <a:srgbClr val="078C7F"/>
            </a:solidFill>
            <a:prstDash val="solid"/>
          </a:ln>
        </p:spPr>
      </p:sp>
      <p:sp>
        <p:nvSpPr>
          <p:cNvPr id="19" name="BiliClass frame 19"/>
          <p:cNvSpPr/>
          <p:nvPr/>
        </p:nvSpPr>
        <p:spPr>
          <a:xfrm>
            <a:off x="4818888" y="286207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</a:p>
        </p:txBody>
      </p:sp>
      <p:sp>
        <p:nvSpPr>
          <p:cNvPr id="20" name="BiliClass frame 20"/>
          <p:cNvSpPr/>
          <p:nvPr/>
        </p:nvSpPr>
        <p:spPr>
          <a:xfrm>
            <a:off x="4828032" y="338328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[SOURCE_POINT_2]</a:t>
            </a:r>
          </a:p>
        </p:txBody>
      </p:sp>
      <p:sp>
        <p:nvSpPr>
          <p:cNvPr id="21" name="BiliClass frame 21"/>
          <p:cNvSpPr/>
          <p:nvPr/>
        </p:nvSpPr>
        <p:spPr>
          <a:xfrm>
            <a:off x="4837176" y="38679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7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[SOURCE_CAPTION_2]</a:t>
            </a:r>
          </a:p>
        </p:txBody>
      </p:sp>
      <p:sp>
        <p:nvSpPr>
          <p:cNvPr id="22" name="BiliClass frame 22"/>
          <p:cNvSpPr/>
          <p:nvPr/>
        </p:nvSpPr>
        <p:spPr>
          <a:xfrm>
            <a:off x="8458200" y="2487168"/>
            <a:ext cx="3502152" cy="2185416"/>
          </a:xfrm>
          <a:prstGeom prst="roundRect">
            <a:avLst>
              <a:gd name="adj" fmla="val 8368"/>
            </a:avLst>
          </a:prstGeom>
          <a:solidFill>
            <a:srgbClr val="FFFFFF"/>
          </a:solidFill>
          <a:ln w="12700">
            <a:solidFill>
              <a:srgbClr val="CCE8E1"/>
            </a:solidFill>
            <a:prstDash val="solid"/>
          </a:ln>
        </p:spPr>
      </p:sp>
      <p:sp>
        <p:nvSpPr>
          <p:cNvPr id="23" name="BiliClass frame 23"/>
          <p:cNvSpPr/>
          <p:nvPr/>
        </p:nvSpPr>
        <p:spPr>
          <a:xfrm>
            <a:off x="8668512" y="2752344"/>
            <a:ext cx="466344" cy="466344"/>
          </a:xfrm>
          <a:prstGeom prst="ellipse">
            <a:avLst/>
          </a:prstGeom>
          <a:solidFill>
            <a:srgbClr val="DFF3ED"/>
          </a:solidFill>
          <a:ln w="12700">
            <a:solidFill>
              <a:srgbClr val="078C7F"/>
            </a:solidFill>
            <a:prstDash val="solid"/>
          </a:ln>
        </p:spPr>
      </p:sp>
      <p:sp>
        <p:nvSpPr>
          <p:cNvPr id="24" name="BiliClass frame 24"/>
          <p:cNvSpPr/>
          <p:nvPr/>
        </p:nvSpPr>
        <p:spPr>
          <a:xfrm>
            <a:off x="8686800" y="286207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</a:p>
        </p:txBody>
      </p:sp>
      <p:sp>
        <p:nvSpPr>
          <p:cNvPr id="25" name="BiliClass frame 25"/>
          <p:cNvSpPr/>
          <p:nvPr/>
        </p:nvSpPr>
        <p:spPr>
          <a:xfrm>
            <a:off x="8695944" y="338328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[SOURCE_POINT_3]</a:t>
            </a:r>
          </a:p>
        </p:txBody>
      </p:sp>
      <p:sp>
        <p:nvSpPr>
          <p:cNvPr id="26" name="BiliClass frame 26"/>
          <p:cNvSpPr/>
          <p:nvPr/>
        </p:nvSpPr>
        <p:spPr>
          <a:xfrm>
            <a:off x="8705088" y="38679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7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[SOURCE_CAPTION_3]</a:t>
            </a:r>
          </a:p>
        </p:txBody>
      </p:sp>
      <p:sp>
        <p:nvSpPr>
          <p:cNvPr id="27" name="BiliClass frame 27"/>
          <p:cNvSpPr/>
          <p:nvPr/>
        </p:nvSpPr>
        <p:spPr>
          <a:xfrm>
            <a:off x="969264" y="5074920"/>
            <a:ext cx="10277856" cy="539496"/>
          </a:xfrm>
          <a:prstGeom prst="roundRect">
            <a:avLst>
              <a:gd name="adj" fmla="val 25424"/>
            </a:avLst>
          </a:prstGeom>
          <a:solidFill>
            <a:srgbClr val="DFF3ED"/>
          </a:solidFill>
          <a:ln w="12700">
            <a:solidFill>
              <a:srgbClr val="DFF3ED">
                <a:alpha val="0"/>
              </a:srgbClr>
            </a:solidFill>
            <a:prstDash val="solid"/>
          </a:ln>
        </p:spPr>
      </p:sp>
      <p:sp>
        <p:nvSpPr>
          <p:cNvPr id="28" name="BiliClass frame 28"/>
          <p:cNvSpPr/>
          <p:nvPr/>
        </p:nvSpPr>
        <p:spPr>
          <a:xfrm>
            <a:off x="1298448" y="5184648"/>
            <a:ext cx="9464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0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[SOURCE_SUMMARY]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iClass frame 2"/>
          <p:cNvSpPr/>
          <p:nvPr/>
        </p:nvSpPr>
        <p:spPr>
          <a:xfrm>
            <a:off x="0" y="0"/>
            <a:ext cx="12192000" cy="96012"/>
          </a:xfrm>
          <a:prstGeom prst="rect">
            <a:avLst/>
          </a:prstGeom>
          <a:solidFill>
            <a:srgbClr val="078C7F"/>
          </a:solidFill>
          <a:ln w="12700">
            <a:solidFill>
              <a:srgbClr val="078C7F">
                <a:alpha val="0"/>
              </a:srgbClr>
            </a:solidFill>
            <a:prstDash val="solid"/>
          </a:ln>
        </p:spPr>
      </p:sp>
      <p:sp>
        <p:nvSpPr>
          <p:cNvPr id="3" name="BiliClass frame 3"/>
          <p:cNvSpPr/>
          <p:nvPr/>
        </p:nvSpPr>
        <p:spPr>
          <a:xfrm>
            <a:off x="502920" y="2651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07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BiliClass / [SUBJECT] / [GRADE]</a:t>
            </a:r>
          </a:p>
        </p:txBody>
      </p:sp>
      <p:sp>
        <p:nvSpPr>
          <p:cNvPr id="4" name="BiliClass frame 4"/>
          <p:cNvSpPr/>
          <p:nvPr/>
        </p:nvSpPr>
        <p:spPr>
          <a:xfrm>
            <a:off x="9619488" y="228600"/>
            <a:ext cx="2084832" cy="356616"/>
          </a:xfrm>
          <a:prstGeom prst="roundRect">
            <a:avLst>
              <a:gd name="adj" fmla="val 46154"/>
            </a:avLst>
          </a:prstGeom>
          <a:solidFill>
            <a:srgbClr val="DFF3ED"/>
          </a:solidFill>
          <a:ln w="12700">
            <a:solidFill>
              <a:srgbClr val="DFF3ED">
                <a:alpha val="0"/>
              </a:srgbClr>
            </a:solidFill>
            <a:prstDash val="solid"/>
          </a:ln>
        </p:spPr>
      </p:sp>
      <p:sp>
        <p:nvSpPr>
          <p:cNvPr id="5" name="BiliClass frame 5"/>
          <p:cNvSpPr/>
          <p:nvPr/>
        </p:nvSpPr>
        <p:spPr>
          <a:xfrm>
            <a:off x="9738360" y="260604"/>
            <a:ext cx="1847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</a:t>
            </a:r>
          </a:p>
        </p:txBody>
      </p:sp>
      <p:sp>
        <p:nvSpPr>
          <p:cNvPr id="6" name="BiliClass frame 6"/>
          <p:cNvSpPr/>
          <p:nvPr/>
        </p:nvSpPr>
        <p:spPr>
          <a:xfrm>
            <a:off x="521208" y="6455664"/>
            <a:ext cx="11146536" cy="0"/>
          </a:xfrm>
          <a:prstGeom prst="line">
            <a:avLst/>
          </a:prstGeom>
          <a:noFill/>
          <a:ln w="12700">
            <a:solidFill>
              <a:srgbClr val="CCE8E1"/>
            </a:solidFill>
            <a:prstDash val="solid"/>
            <a:headEnd type="none"/>
            <a:tailEnd type="none"/>
          </a:ln>
        </p:spPr>
      </p:sp>
      <p:sp>
        <p:nvSpPr>
          <p:cNvPr id="7" name="BiliClass frame 7"/>
          <p:cNvSpPr/>
          <p:nvPr/>
        </p:nvSpPr>
        <p:spPr>
          <a:xfrm>
            <a:off x="521208" y="6505956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0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ONLY / Replace placeholders with the teacher's source</a:t>
            </a:r>
          </a:p>
        </p:txBody>
      </p:sp>
      <p:sp>
        <p:nvSpPr>
          <p:cNvPr id="8" name="BiliClass frame 8"/>
          <p:cNvSpPr/>
          <p:nvPr/>
        </p:nvSpPr>
        <p:spPr>
          <a:xfrm>
            <a:off x="11183112" y="6498641"/>
            <a:ext cx="420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7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9" name="BiliClass frame 9"/>
          <p:cNvSpPr/>
          <p:nvPr/>
        </p:nvSpPr>
        <p:spPr>
          <a:xfrm>
            <a:off x="594360" y="8412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spc="60" kern="0" dirty="0">
                <a:solidFill>
                  <a:srgbClr val="07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</a:t>
            </a:r>
          </a:p>
        </p:txBody>
      </p:sp>
      <p:sp>
        <p:nvSpPr>
          <p:cNvPr id="10" name="BiliClass frame 10"/>
          <p:cNvSpPr/>
          <p:nvPr/>
        </p:nvSpPr>
        <p:spPr>
          <a:xfrm>
            <a:off x="585216" y="1188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[SOURCE_HEADING]</a:t>
            </a:r>
          </a:p>
        </p:txBody>
      </p:sp>
      <p:sp>
        <p:nvSpPr>
          <p:cNvPr id="11" name="BiliClass frame 11"/>
          <p:cNvSpPr/>
          <p:nvPr/>
        </p:nvSpPr>
        <p:spPr>
          <a:xfrm>
            <a:off x="594360" y="185623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07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[SOURCE_SUBTITLE]</a:t>
            </a:r>
          </a:p>
        </p:txBody>
      </p:sp>
      <p:sp>
        <p:nvSpPr>
          <p:cNvPr id="12" name="BiliClass frame 12"/>
          <p:cNvSpPr/>
          <p:nvPr/>
        </p:nvSpPr>
        <p:spPr>
          <a:xfrm>
            <a:off x="804672" y="2359152"/>
            <a:ext cx="5137099" cy="3605662"/>
          </a:xfrm>
          <a:prstGeom prst="roundRect">
            <a:avLst>
              <a:gd name="adj" fmla="val 5579"/>
            </a:avLst>
          </a:prstGeom>
          <a:solidFill>
            <a:srgbClr val="DFF3ED"/>
          </a:solidFill>
          <a:ln w="12700">
            <a:solidFill>
              <a:srgbClr val="DFF3ED">
                <a:alpha val="0"/>
              </a:srgbClr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07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[SOURCE_IMAGE]</a:t>
            </a:r>
          </a:p>
        </p:txBody>
      </p:sp>
      <p:sp>
        <p:nvSpPr>
          <p:cNvPr id="32" name="BiliClass frame 32"/>
          <p:cNvSpPr/>
          <p:nvPr/>
        </p:nvSpPr>
        <p:spPr>
          <a:xfrm>
            <a:off x="6419088" y="2395728"/>
            <a:ext cx="4937760" cy="3310128"/>
          </a:xfrm>
          <a:prstGeom prst="roundRect">
            <a:avLst>
              <a:gd name="adj" fmla="val 4144"/>
            </a:avLst>
          </a:prstGeom>
          <a:solidFill>
            <a:srgbClr val="FFFFFF"/>
          </a:solidFill>
          <a:ln w="12700">
            <a:solidFill>
              <a:srgbClr val="CCE8E1"/>
            </a:solidFill>
            <a:prstDash val="solid"/>
          </a:ln>
        </p:spPr>
      </p:sp>
      <p:sp>
        <p:nvSpPr>
          <p:cNvPr id="33" name="BiliClass frame 33"/>
          <p:cNvSpPr/>
          <p:nvPr/>
        </p:nvSpPr>
        <p:spPr>
          <a:xfrm>
            <a:off x="6748272" y="2852928"/>
            <a:ext cx="502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</a:p>
        </p:txBody>
      </p:sp>
      <p:sp>
        <p:nvSpPr>
          <p:cNvPr id="34" name="BiliClass frame 34"/>
          <p:cNvSpPr/>
          <p:nvPr/>
        </p:nvSpPr>
        <p:spPr>
          <a:xfrm>
            <a:off x="7351776" y="2852928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[SOURCE_CAPTION_1]</a:t>
            </a:r>
          </a:p>
        </p:txBody>
      </p:sp>
      <p:sp>
        <p:nvSpPr>
          <p:cNvPr id="35" name="BiliClass frame 35"/>
          <p:cNvSpPr/>
          <p:nvPr/>
        </p:nvSpPr>
        <p:spPr>
          <a:xfrm>
            <a:off x="6766560" y="3438144"/>
            <a:ext cx="4197096" cy="0"/>
          </a:xfrm>
          <a:prstGeom prst="line">
            <a:avLst/>
          </a:prstGeom>
          <a:noFill/>
          <a:ln w="12700">
            <a:solidFill>
              <a:srgbClr val="CCE8E1"/>
            </a:solidFill>
            <a:prstDash val="solid"/>
            <a:headEnd type="none"/>
            <a:tailEnd type="none"/>
          </a:ln>
        </p:spPr>
      </p:sp>
      <p:sp>
        <p:nvSpPr>
          <p:cNvPr id="36" name="BiliClass frame 36"/>
          <p:cNvSpPr/>
          <p:nvPr/>
        </p:nvSpPr>
        <p:spPr>
          <a:xfrm>
            <a:off x="6748272" y="3611880"/>
            <a:ext cx="502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</a:p>
        </p:txBody>
      </p:sp>
      <p:sp>
        <p:nvSpPr>
          <p:cNvPr id="37" name="BiliClass frame 37"/>
          <p:cNvSpPr/>
          <p:nvPr/>
        </p:nvSpPr>
        <p:spPr>
          <a:xfrm>
            <a:off x="7351776" y="3611880"/>
            <a:ext cx="36850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[SOURCE_CAPTION_2]</a:t>
            </a:r>
          </a:p>
        </p:txBody>
      </p:sp>
      <p:sp>
        <p:nvSpPr>
          <p:cNvPr id="38" name="BiliClass frame 38"/>
          <p:cNvSpPr/>
          <p:nvPr/>
        </p:nvSpPr>
        <p:spPr>
          <a:xfrm>
            <a:off x="6766560" y="4206240"/>
            <a:ext cx="4197096" cy="0"/>
          </a:xfrm>
          <a:prstGeom prst="line">
            <a:avLst/>
          </a:prstGeom>
          <a:noFill/>
          <a:ln w="12700">
            <a:solidFill>
              <a:srgbClr val="CCE8E1"/>
            </a:solidFill>
            <a:prstDash val="solid"/>
            <a:headEnd type="none"/>
            <a:tailEnd type="none"/>
          </a:ln>
        </p:spPr>
      </p:sp>
      <p:sp>
        <p:nvSpPr>
          <p:cNvPr id="39" name="BiliClass frame 39"/>
          <p:cNvSpPr/>
          <p:nvPr/>
        </p:nvSpPr>
        <p:spPr>
          <a:xfrm>
            <a:off x="6748272" y="4370832"/>
            <a:ext cx="502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</a:p>
        </p:txBody>
      </p:sp>
      <p:sp>
        <p:nvSpPr>
          <p:cNvPr id="40" name="BiliClass frame 40"/>
          <p:cNvSpPr/>
          <p:nvPr/>
        </p:nvSpPr>
        <p:spPr>
          <a:xfrm>
            <a:off x="7351776" y="4370832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[SOURCE_CAPTION_3]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iClass frame 2"/>
          <p:cNvSpPr/>
          <p:nvPr/>
        </p:nvSpPr>
        <p:spPr>
          <a:xfrm>
            <a:off x="0" y="0"/>
            <a:ext cx="12192000" cy="96012"/>
          </a:xfrm>
          <a:prstGeom prst="rect">
            <a:avLst/>
          </a:prstGeom>
          <a:solidFill>
            <a:srgbClr val="078C7F"/>
          </a:solidFill>
          <a:ln w="12700">
            <a:solidFill>
              <a:srgbClr val="078C7F">
                <a:alpha val="0"/>
              </a:srgbClr>
            </a:solidFill>
            <a:prstDash val="solid"/>
          </a:ln>
        </p:spPr>
      </p:sp>
      <p:sp>
        <p:nvSpPr>
          <p:cNvPr id="3" name="BiliClass frame 3"/>
          <p:cNvSpPr/>
          <p:nvPr/>
        </p:nvSpPr>
        <p:spPr>
          <a:xfrm>
            <a:off x="502920" y="2651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07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BiliClass / [SUBJECT] / [GRADE]</a:t>
            </a:r>
          </a:p>
        </p:txBody>
      </p:sp>
      <p:sp>
        <p:nvSpPr>
          <p:cNvPr id="4" name="BiliClass frame 4"/>
          <p:cNvSpPr/>
          <p:nvPr/>
        </p:nvSpPr>
        <p:spPr>
          <a:xfrm>
            <a:off x="9619488" y="228600"/>
            <a:ext cx="2084832" cy="356616"/>
          </a:xfrm>
          <a:prstGeom prst="roundRect">
            <a:avLst>
              <a:gd name="adj" fmla="val 46154"/>
            </a:avLst>
          </a:prstGeom>
          <a:solidFill>
            <a:srgbClr val="DFF3ED"/>
          </a:solidFill>
          <a:ln w="12700">
            <a:solidFill>
              <a:srgbClr val="DFF3ED">
                <a:alpha val="0"/>
              </a:srgbClr>
            </a:solidFill>
            <a:prstDash val="solid"/>
          </a:ln>
        </p:spPr>
      </p:sp>
      <p:sp>
        <p:nvSpPr>
          <p:cNvPr id="5" name="BiliClass frame 5"/>
          <p:cNvSpPr/>
          <p:nvPr/>
        </p:nvSpPr>
        <p:spPr>
          <a:xfrm>
            <a:off x="9738360" y="260604"/>
            <a:ext cx="1847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</a:t>
            </a:r>
          </a:p>
        </p:txBody>
      </p:sp>
      <p:sp>
        <p:nvSpPr>
          <p:cNvPr id="6" name="BiliClass frame 6"/>
          <p:cNvSpPr/>
          <p:nvPr/>
        </p:nvSpPr>
        <p:spPr>
          <a:xfrm>
            <a:off x="521208" y="6455664"/>
            <a:ext cx="11146536" cy="0"/>
          </a:xfrm>
          <a:prstGeom prst="line">
            <a:avLst/>
          </a:prstGeom>
          <a:noFill/>
          <a:ln w="12700">
            <a:solidFill>
              <a:srgbClr val="CCE8E1"/>
            </a:solidFill>
            <a:prstDash val="solid"/>
            <a:headEnd type="none"/>
            <a:tailEnd type="none"/>
          </a:ln>
        </p:spPr>
      </p:sp>
      <p:sp>
        <p:nvSpPr>
          <p:cNvPr id="7" name="BiliClass frame 7"/>
          <p:cNvSpPr/>
          <p:nvPr/>
        </p:nvSpPr>
        <p:spPr>
          <a:xfrm>
            <a:off x="521208" y="6505956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0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ONLY / Replace placeholders with the teacher's source</a:t>
            </a:r>
          </a:p>
        </p:txBody>
      </p:sp>
      <p:sp>
        <p:nvSpPr>
          <p:cNvPr id="8" name="BiliClass frame 8"/>
          <p:cNvSpPr/>
          <p:nvPr/>
        </p:nvSpPr>
        <p:spPr>
          <a:xfrm>
            <a:off x="11183112" y="6498641"/>
            <a:ext cx="420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7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</a:p>
        </p:txBody>
      </p:sp>
      <p:sp>
        <p:nvSpPr>
          <p:cNvPr id="9" name="BiliClass frame 9"/>
          <p:cNvSpPr/>
          <p:nvPr/>
        </p:nvSpPr>
        <p:spPr>
          <a:xfrm>
            <a:off x="594360" y="8412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spc="60" kern="0" dirty="0">
                <a:solidFill>
                  <a:srgbClr val="07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</a:p>
        </p:txBody>
      </p:sp>
      <p:sp>
        <p:nvSpPr>
          <p:cNvPr id="10" name="BiliClass frame 10"/>
          <p:cNvSpPr/>
          <p:nvPr/>
        </p:nvSpPr>
        <p:spPr>
          <a:xfrm>
            <a:off x="585216" y="1188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[SOURCE_HEADING]</a:t>
            </a:r>
          </a:p>
        </p:txBody>
      </p:sp>
      <p:sp>
        <p:nvSpPr>
          <p:cNvPr id="11" name="BiliClass frame 11"/>
          <p:cNvSpPr/>
          <p:nvPr/>
        </p:nvSpPr>
        <p:spPr>
          <a:xfrm>
            <a:off x="594360" y="185623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07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[SOURCE_SUBTITLE]</a:t>
            </a:r>
          </a:p>
        </p:txBody>
      </p:sp>
      <p:sp>
        <p:nvSpPr>
          <p:cNvPr id="12" name="BiliClass frame 12"/>
          <p:cNvSpPr/>
          <p:nvPr/>
        </p:nvSpPr>
        <p:spPr>
          <a:xfrm>
            <a:off x="676656" y="2350008"/>
            <a:ext cx="4709160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CE8E1"/>
            </a:solidFill>
            <a:prstDash val="solid"/>
          </a:ln>
        </p:spPr>
      </p:sp>
      <p:sp>
        <p:nvSpPr>
          <p:cNvPr id="13" name="BiliClass frame 13"/>
          <p:cNvSpPr/>
          <p:nvPr/>
        </p:nvSpPr>
        <p:spPr>
          <a:xfrm>
            <a:off x="950976" y="2660904"/>
            <a:ext cx="3035808" cy="338328"/>
          </a:xfrm>
          <a:prstGeom prst="roundRect">
            <a:avLst>
              <a:gd name="adj" fmla="val 40541"/>
            </a:avLst>
          </a:prstGeom>
          <a:solidFill>
            <a:srgbClr val="DFF3ED"/>
          </a:solidFill>
          <a:ln w="12700">
            <a:solidFill>
              <a:srgbClr val="DFF3ED">
                <a:alpha val="0"/>
              </a:srgbClr>
            </a:solidFill>
            <a:prstDash val="solid"/>
          </a:ln>
        </p:spPr>
      </p:sp>
      <p:sp>
        <p:nvSpPr>
          <p:cNvPr id="14" name="BiliClass frame 14"/>
          <p:cNvSpPr/>
          <p:nvPr/>
        </p:nvSpPr>
        <p:spPr>
          <a:xfrm>
            <a:off x="1097280" y="2697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</a:p>
        </p:txBody>
      </p:sp>
      <p:sp>
        <p:nvSpPr>
          <p:cNvPr id="15" name="BiliClass frame 15"/>
          <p:cNvSpPr/>
          <p:nvPr/>
        </p:nvSpPr>
        <p:spPr>
          <a:xfrm>
            <a:off x="960120" y="3246120"/>
            <a:ext cx="415137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[SOURCE_QUESTION]</a:t>
            </a:r>
          </a:p>
        </p:txBody>
      </p:sp>
      <p:sp>
        <p:nvSpPr>
          <p:cNvPr id="16" name="BiliClass frame 16"/>
          <p:cNvSpPr/>
          <p:nvPr/>
        </p:nvSpPr>
        <p:spPr>
          <a:xfrm>
            <a:off x="960120" y="4471416"/>
            <a:ext cx="413308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7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[SOURCE_INSTRUCTIONS]</a:t>
            </a:r>
          </a:p>
        </p:txBody>
      </p:sp>
      <p:sp>
        <p:nvSpPr>
          <p:cNvPr id="17" name="BiliClass frame 17"/>
          <p:cNvSpPr/>
          <p:nvPr/>
        </p:nvSpPr>
        <p:spPr>
          <a:xfrm>
            <a:off x="5971032" y="2377440"/>
            <a:ext cx="5209794" cy="3656686"/>
          </a:xfrm>
          <a:prstGeom prst="roundRect">
            <a:avLst>
              <a:gd name="adj" fmla="val 5501"/>
            </a:avLst>
          </a:prstGeom>
          <a:solidFill>
            <a:srgbClr val="DFF3ED"/>
          </a:solidFill>
          <a:ln w="12700">
            <a:solidFill>
              <a:srgbClr val="DFF3ED">
                <a:alpha val="0"/>
              </a:srgbClr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078C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[SOURCE_IMAGE]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BiliClass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2026-10-11T02:09:18Z</dcterms:created>
  <dcterms:modified xsi:type="dcterms:W3CDTF">2026-10-11T02:09:18Z</dcterms:modified>
</cp:coreProperties>
</file>