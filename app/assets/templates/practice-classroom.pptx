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D76A16"/>
          </a:solidFill>
          <a:ln w="12700">
            <a:solidFill>
              <a:srgbClr val="D76A16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F3D7B6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685800" y="107899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685800" y="1737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[LESSON_TITLE]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694944" y="2615184"/>
            <a:ext cx="6126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667512" y="3346704"/>
            <a:ext cx="4617720" cy="1060704"/>
          </a:xfrm>
          <a:prstGeom prst="roundRect">
            <a:avLst>
              <a:gd name="adj" fmla="val 12931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886968" y="3538728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[SOURCE_TASK]</a:t>
            </a:r>
          </a:p>
        </p:txBody>
      </p:sp>
      <p:sp>
        <p:nvSpPr>
          <p:cNvPr id="14" name="BiliClass frame 14"/>
          <p:cNvSpPr/>
          <p:nvPr/>
        </p:nvSpPr>
        <p:spPr>
          <a:xfrm>
            <a:off x="6108192" y="1444752"/>
            <a:ext cx="5394960" cy="3831336"/>
          </a:xfrm>
          <a:prstGeom prst="roundRect">
            <a:avLst>
              <a:gd name="adj" fmla="val 4773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D76A16"/>
          </a:solidFill>
          <a:ln w="12700">
            <a:solidFill>
              <a:srgbClr val="D76A16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F3D7B6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704088" y="2441448"/>
            <a:ext cx="6492240" cy="296265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3D7B6"/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969264" y="2761488"/>
            <a:ext cx="606247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4A3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[SOURCE_CONTENT]</a:t>
            </a:r>
          </a:p>
        </p:txBody>
      </p:sp>
      <p:sp>
        <p:nvSpPr>
          <p:cNvPr id="14" name="BiliClass frame 14"/>
          <p:cNvSpPr/>
          <p:nvPr/>
        </p:nvSpPr>
        <p:spPr>
          <a:xfrm>
            <a:off x="969264" y="3639312"/>
            <a:ext cx="60167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[SOURCE_EXPLANATION]</a:t>
            </a:r>
          </a:p>
        </p:txBody>
      </p:sp>
      <p:sp>
        <p:nvSpPr>
          <p:cNvPr id="15" name="BiliClass frame 15"/>
          <p:cNvSpPr/>
          <p:nvPr/>
        </p:nvSpPr>
        <p:spPr>
          <a:xfrm>
            <a:off x="7507224" y="2441448"/>
            <a:ext cx="3895344" cy="2962656"/>
          </a:xfrm>
          <a:prstGeom prst="roundRect">
            <a:avLst>
              <a:gd name="adj" fmla="val 4630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16" name="BiliClass frame 16"/>
          <p:cNvSpPr/>
          <p:nvPr/>
        </p:nvSpPr>
        <p:spPr>
          <a:xfrm>
            <a:off x="7735824" y="3108960"/>
            <a:ext cx="34198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[SOURCE_KEY_IDEA]</a:t>
            </a:r>
          </a:p>
        </p:txBody>
      </p:sp>
      <p:sp>
        <p:nvSpPr>
          <p:cNvPr id="17" name="BiliClass frame 17"/>
          <p:cNvSpPr/>
          <p:nvPr/>
        </p:nvSpPr>
        <p:spPr>
          <a:xfrm>
            <a:off x="7955280" y="4498848"/>
            <a:ext cx="28620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[SOURCE_CONDITIONS]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D76A16"/>
          </a:solidFill>
          <a:ln w="12700">
            <a:solidFill>
              <a:srgbClr val="D76A16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F3D7B6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749808" y="2368296"/>
            <a:ext cx="6492240" cy="3300984"/>
          </a:xfrm>
          <a:prstGeom prst="roundRect">
            <a:avLst>
              <a:gd name="adj" fmla="val 5540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  <p:sp>
        <p:nvSpPr>
          <p:cNvPr id="13" name="BiliClass frame 13"/>
          <p:cNvSpPr/>
          <p:nvPr/>
        </p:nvSpPr>
        <p:spPr>
          <a:xfrm>
            <a:off x="996696" y="2615184"/>
            <a:ext cx="5998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30" name="BiliClass frame 30"/>
          <p:cNvSpPr/>
          <p:nvPr/>
        </p:nvSpPr>
        <p:spPr>
          <a:xfrm>
            <a:off x="7543800" y="2359152"/>
            <a:ext cx="3867912" cy="3300984"/>
          </a:xfrm>
          <a:prstGeom prst="roundRect">
            <a:avLst>
              <a:gd name="adj" fmla="val 4155"/>
            </a:avLst>
          </a:prstGeom>
          <a:solidFill>
            <a:srgbClr val="FFFFFF"/>
          </a:solidFill>
          <a:ln w="12700">
            <a:solidFill>
              <a:srgbClr val="F3D7B6"/>
            </a:solidFill>
            <a:prstDash val="solid"/>
          </a:ln>
        </p:spPr>
      </p:sp>
      <p:sp>
        <p:nvSpPr>
          <p:cNvPr id="31" name="BiliClass frame 31"/>
          <p:cNvSpPr/>
          <p:nvPr/>
        </p:nvSpPr>
        <p:spPr>
          <a:xfrm>
            <a:off x="7891272" y="2871216"/>
            <a:ext cx="3172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[SOURCE_CAPTION]</a:t>
            </a:r>
          </a:p>
        </p:txBody>
      </p:sp>
      <p:sp>
        <p:nvSpPr>
          <p:cNvPr id="32" name="BiliClass frame 32"/>
          <p:cNvSpPr/>
          <p:nvPr/>
        </p:nvSpPr>
        <p:spPr>
          <a:xfrm>
            <a:off x="7891272" y="4133088"/>
            <a:ext cx="31729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[SOURCE_EXPLANATION]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iClass frame 2"/>
          <p:cNvSpPr/>
          <p:nvPr/>
        </p:nvSpPr>
        <p:spPr>
          <a:xfrm>
            <a:off x="0" y="0"/>
            <a:ext cx="12192000" cy="96012"/>
          </a:xfrm>
          <a:prstGeom prst="rect">
            <a:avLst/>
          </a:prstGeom>
          <a:solidFill>
            <a:srgbClr val="D76A16"/>
          </a:solidFill>
          <a:ln w="12700">
            <a:solidFill>
              <a:srgbClr val="D76A16">
                <a:alpha val="0"/>
              </a:srgbClr>
            </a:solidFill>
            <a:prstDash val="solid"/>
          </a:ln>
        </p:spPr>
      </p:sp>
      <p:sp>
        <p:nvSpPr>
          <p:cNvPr id="3" name="BiliClass frame 3"/>
          <p:cNvSpPr/>
          <p:nvPr/>
        </p:nvSpPr>
        <p:spPr>
          <a:xfrm>
            <a:off x="502920" y="2651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BiliClass / [SUBJECT] / [GRADE]</a:t>
            </a:r>
          </a:p>
        </p:txBody>
      </p:sp>
      <p:sp>
        <p:nvSpPr>
          <p:cNvPr id="4" name="BiliClass frame 4"/>
          <p:cNvSpPr/>
          <p:nvPr/>
        </p:nvSpPr>
        <p:spPr>
          <a:xfrm>
            <a:off x="9619488" y="228600"/>
            <a:ext cx="2084832" cy="356616"/>
          </a:xfrm>
          <a:prstGeom prst="roundRect">
            <a:avLst>
              <a:gd name="adj" fmla="val 46154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5" name="BiliClass frame 5"/>
          <p:cNvSpPr/>
          <p:nvPr/>
        </p:nvSpPr>
        <p:spPr>
          <a:xfrm>
            <a:off x="9738360" y="260604"/>
            <a:ext cx="1847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6" name="BiliClass frame 6"/>
          <p:cNvSpPr/>
          <p:nvPr/>
        </p:nvSpPr>
        <p:spPr>
          <a:xfrm>
            <a:off x="521208" y="6455664"/>
            <a:ext cx="11146536" cy="0"/>
          </a:xfrm>
          <a:prstGeom prst="line">
            <a:avLst/>
          </a:prstGeom>
          <a:noFill/>
          <a:ln w="12700">
            <a:solidFill>
              <a:srgbClr val="F3D7B6"/>
            </a:solidFill>
            <a:prstDash val="solid"/>
            <a:headEnd type="none"/>
            <a:tailEnd type="none"/>
          </a:ln>
        </p:spPr>
      </p:sp>
      <p:sp>
        <p:nvSpPr>
          <p:cNvPr id="7" name="BiliClass frame 7"/>
          <p:cNvSpPr/>
          <p:nvPr/>
        </p:nvSpPr>
        <p:spPr>
          <a:xfrm>
            <a:off x="521208" y="6505956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ONLY / Replace placeholders with the teacher's source</a:t>
            </a:r>
          </a:p>
        </p:txBody>
      </p:sp>
      <p:sp>
        <p:nvSpPr>
          <p:cNvPr id="8" name="BiliClass frame 8"/>
          <p:cNvSpPr/>
          <p:nvPr/>
        </p:nvSpPr>
        <p:spPr>
          <a:xfrm>
            <a:off x="11183112" y="6498641"/>
            <a:ext cx="4206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9" name="BiliClass frame 9"/>
          <p:cNvSpPr/>
          <p:nvPr/>
        </p:nvSpPr>
        <p:spPr>
          <a:xfrm>
            <a:off x="594360" y="841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80" b="1" spc="60" kern="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</a:p>
        </p:txBody>
      </p:sp>
      <p:sp>
        <p:nvSpPr>
          <p:cNvPr id="10" name="BiliClass frame 10"/>
          <p:cNvSpPr/>
          <p:nvPr/>
        </p:nvSpPr>
        <p:spPr>
          <a:xfrm>
            <a:off x="585216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[SOURCE_HEADING]</a:t>
            </a:r>
          </a:p>
        </p:txBody>
      </p:sp>
      <p:sp>
        <p:nvSpPr>
          <p:cNvPr id="11" name="BiliClass frame 11"/>
          <p:cNvSpPr/>
          <p:nvPr/>
        </p:nvSpPr>
        <p:spPr>
          <a:xfrm>
            <a:off x="594360" y="1856232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[SOURCE_SUBTITLE]</a:t>
            </a:r>
          </a:p>
        </p:txBody>
      </p:sp>
      <p:sp>
        <p:nvSpPr>
          <p:cNvPr id="12" name="BiliClass frame 12"/>
          <p:cNvSpPr/>
          <p:nvPr/>
        </p:nvSpPr>
        <p:spPr>
          <a:xfrm>
            <a:off x="676656" y="2340864"/>
            <a:ext cx="4956048" cy="33375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2700">
            <a:solidFill>
              <a:srgbClr val="F3D7B6"/>
            </a:solidFill>
            <a:prstDash val="solid"/>
          </a:ln>
        </p:spPr>
      </p:sp>
      <p:sp>
        <p:nvSpPr>
          <p:cNvPr id="13" name="BiliClass frame 13"/>
          <p:cNvSpPr/>
          <p:nvPr/>
        </p:nvSpPr>
        <p:spPr>
          <a:xfrm>
            <a:off x="932688" y="2642616"/>
            <a:ext cx="3154680" cy="338328"/>
          </a:xfrm>
          <a:prstGeom prst="roundRect">
            <a:avLst>
              <a:gd name="adj" fmla="val 40541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</p:sp>
      <p:sp>
        <p:nvSpPr>
          <p:cNvPr id="14" name="BiliClass frame 14"/>
          <p:cNvSpPr/>
          <p:nvPr/>
        </p:nvSpPr>
        <p:spPr>
          <a:xfrm>
            <a:off x="1078992" y="2679192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</a:p>
        </p:txBody>
      </p:sp>
      <p:sp>
        <p:nvSpPr>
          <p:cNvPr id="15" name="BiliClass frame 15"/>
          <p:cNvSpPr/>
          <p:nvPr/>
        </p:nvSpPr>
        <p:spPr>
          <a:xfrm>
            <a:off x="960120" y="3319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[SOURCE_QUESTION]</a:t>
            </a:r>
          </a:p>
        </p:txBody>
      </p:sp>
      <p:sp>
        <p:nvSpPr>
          <p:cNvPr id="16" name="BiliClass frame 16"/>
          <p:cNvSpPr/>
          <p:nvPr/>
        </p:nvSpPr>
        <p:spPr>
          <a:xfrm>
            <a:off x="960120" y="4151376"/>
            <a:ext cx="440740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[SOURCE_INSTRUCTIONS]</a:t>
            </a:r>
          </a:p>
        </p:txBody>
      </p:sp>
      <p:sp>
        <p:nvSpPr>
          <p:cNvPr id="17" name="BiliClass frame 17"/>
          <p:cNvSpPr/>
          <p:nvPr/>
        </p:nvSpPr>
        <p:spPr>
          <a:xfrm>
            <a:off x="960120" y="4974336"/>
            <a:ext cx="4334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743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[SOURCE_SOLUTION_IN_NOTES]</a:t>
            </a:r>
          </a:p>
        </p:txBody>
      </p:sp>
      <p:sp>
        <p:nvSpPr>
          <p:cNvPr id="18" name="BiliClass frame 18"/>
          <p:cNvSpPr/>
          <p:nvPr/>
        </p:nvSpPr>
        <p:spPr>
          <a:xfrm>
            <a:off x="5971032" y="2395728"/>
            <a:ext cx="5394960" cy="3328416"/>
          </a:xfrm>
          <a:prstGeom prst="roundRect">
            <a:avLst>
              <a:gd name="adj" fmla="val 5495"/>
            </a:avLst>
          </a:prstGeom>
          <a:solidFill>
            <a:srgbClr val="FFEDD5"/>
          </a:solidFill>
          <a:ln w="12700">
            <a:solidFill>
              <a:srgbClr val="FFEDD5">
                <a:alpha val="0"/>
              </a:srgbClr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D76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[SOURCE_IMAGE]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BiliClass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2026-10-11T02:09:18Z</dcterms:created>
  <dcterms:modified xsi:type="dcterms:W3CDTF">2026-10-11T02:09:18Z</dcterms:modified>
</cp:coreProperties>
</file>