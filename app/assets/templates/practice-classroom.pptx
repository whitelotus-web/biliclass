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56b4dc0f224a2b" /><Relationship Type="http://schemas.openxmlformats.org/officeDocument/2006/relationships/extended-properties" Target="/docProps/app.xml" Id="Rce9a5bbf6eda489e" /><Relationship Type="http://schemas.openxmlformats.org/officeDocument/2006/relationships/officeDocument" Target="/ppt/presentation.xml" Id="Rdea357f74bdb43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0d4314dae44572"/>
  </p:sldMasterIdLst>
  <p:notesMasterIdLst>
    <p:notesMasterId xmlns:r="http://schemas.openxmlformats.org/officeDocument/2006/relationships" r:id="R876eea16834443fd"/>
  </p:notesMasterIdLst>
  <p:sldIdLst>
    <p:sldId xmlns:r="http://schemas.openxmlformats.org/officeDocument/2006/relationships" id="256" r:id="R1ee69256707a4f8c"/>
    <p:sldId xmlns:r="http://schemas.openxmlformats.org/officeDocument/2006/relationships" id="257" r:id="Ref25cf6476e34a25"/>
    <p:sldId xmlns:r="http://schemas.openxmlformats.org/officeDocument/2006/relationships" id="258" r:id="Ra0b326fb02854c64"/>
    <p:sldId xmlns:r="http://schemas.openxmlformats.org/officeDocument/2006/relationships" id="259" r:id="Rd58b110a84984e6b"/>
    <p:sldId xmlns:r="http://schemas.openxmlformats.org/officeDocument/2006/relationships" id="260" r:id="R914a5e5efd764e3c"/>
    <p:sldId xmlns:r="http://schemas.openxmlformats.org/officeDocument/2006/relationships" id="261" r:id="R5d8ea0f886f14372"/>
    <p:sldId xmlns:r="http://schemas.openxmlformats.org/officeDocument/2006/relationships" id="262" r:id="R8cefb68527734282"/>
    <p:sldId xmlns:r="http://schemas.openxmlformats.org/officeDocument/2006/relationships" id="263" r:id="Reb14df39e266436d"/>
    <p:sldId xmlns:r="http://schemas.openxmlformats.org/officeDocument/2006/relationships" id="264" r:id="R6beae975c46e4aae"/>
    <p:sldId xmlns:r="http://schemas.openxmlformats.org/officeDocument/2006/relationships" id="265" r:id="R3a274413bf3a4e24"/>
    <p:sldId xmlns:r="http://schemas.openxmlformats.org/officeDocument/2006/relationships" id="266" r:id="Rb56f05a3f3b84b65"/>
    <p:sldId xmlns:r="http://schemas.openxmlformats.org/officeDocument/2006/relationships" id="267" r:id="R2a7187db93c24921"/>
    <p:sldId xmlns:r="http://schemas.openxmlformats.org/officeDocument/2006/relationships" id="268" r:id="R113de74eef5b4a36"/>
    <p:sldId xmlns:r="http://schemas.openxmlformats.org/officeDocument/2006/relationships" id="269" r:id="R8d91e14483ac4e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4428b4366e4565" /><Relationship Type="http://schemas.openxmlformats.org/officeDocument/2006/relationships/slideMaster" Target="/ppt/slideMasters/slideMaster1.xml" Id="Re20d4314dae44572" /><Relationship Type="http://schemas.openxmlformats.org/officeDocument/2006/relationships/notesMaster" Target="/ppt/notesMasters/notesMaster1.xml" Id="R876eea16834443fd" /><Relationship Type="http://schemas.openxmlformats.org/officeDocument/2006/relationships/presProps" Target="/ppt/presProps.xml" Id="Rbe18a69cf4e4493f" /><Relationship Type="http://schemas.openxmlformats.org/officeDocument/2006/relationships/tableStyles" Target="/ppt/tableStyles.xml" Id="R4533012f16474da3" /><Relationship Type="http://schemas.openxmlformats.org/officeDocument/2006/relationships/slide" Target="/ppt/slides/slide1.xml" Id="R1ee69256707a4f8c" /><Relationship Type="http://schemas.openxmlformats.org/officeDocument/2006/relationships/slide" Target="/ppt/slides/slide2.xml" Id="Ref25cf6476e34a25" /><Relationship Type="http://schemas.openxmlformats.org/officeDocument/2006/relationships/slide" Target="/ppt/slides/slide3.xml" Id="Ra0b326fb02854c64" /><Relationship Type="http://schemas.openxmlformats.org/officeDocument/2006/relationships/slide" Target="/ppt/slides/slide4.xml" Id="Rd58b110a84984e6b" /><Relationship Type="http://schemas.openxmlformats.org/officeDocument/2006/relationships/slide" Target="/ppt/slides/slide5.xml" Id="R914a5e5efd764e3c" /><Relationship Type="http://schemas.openxmlformats.org/officeDocument/2006/relationships/slide" Target="/ppt/slides/slide6.xml" Id="R5d8ea0f886f14372" /><Relationship Type="http://schemas.openxmlformats.org/officeDocument/2006/relationships/slide" Target="/ppt/slides/slide7.xml" Id="R8cefb68527734282" /><Relationship Type="http://schemas.openxmlformats.org/officeDocument/2006/relationships/slide" Target="/ppt/slides/slide8.xml" Id="Reb14df39e266436d" /><Relationship Type="http://schemas.openxmlformats.org/officeDocument/2006/relationships/slide" Target="/ppt/slides/slide9.xml" Id="R6beae975c46e4aae" /><Relationship Type="http://schemas.openxmlformats.org/officeDocument/2006/relationships/slide" Target="/ppt/slides/slide10.xml" Id="R3a274413bf3a4e24" /><Relationship Type="http://schemas.openxmlformats.org/officeDocument/2006/relationships/slide" Target="/ppt/slides/slide11.xml" Id="Rb56f05a3f3b84b65" /><Relationship Type="http://schemas.openxmlformats.org/officeDocument/2006/relationships/slide" Target="/ppt/slides/slide12.xml" Id="R2a7187db93c24921" /><Relationship Type="http://schemas.openxmlformats.org/officeDocument/2006/relationships/slide" Target="/ppt/slides/slide13.xml" Id="R113de74eef5b4a36" /><Relationship Type="http://schemas.openxmlformats.org/officeDocument/2006/relationships/slide" Target="/ppt/slides/slide14.xml" Id="R8d91e14483ac4e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e74a9e1d5741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27498fad3f411e" /><Relationship Type="http://schemas.openxmlformats.org/officeDocument/2006/relationships/notesMaster" Target="/ppt/notesMasters/notesMaster1.xml" Id="R8b3944edf5ce4d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8a986621104c66" /><Relationship Type="http://schemas.openxmlformats.org/officeDocument/2006/relationships/notesMaster" Target="/ppt/notesMasters/notesMaster1.xml" Id="Rcc5087e058bb4a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352de009584741" /><Relationship Type="http://schemas.openxmlformats.org/officeDocument/2006/relationships/notesMaster" Target="/ppt/notesMasters/notesMaster1.xml" Id="R4798d2b48c764d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ee6470367f46b3" /><Relationship Type="http://schemas.openxmlformats.org/officeDocument/2006/relationships/notesMaster" Target="/ppt/notesMasters/notesMaster1.xml" Id="Rbf94a2826b4747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fecd20badd4d69" /><Relationship Type="http://schemas.openxmlformats.org/officeDocument/2006/relationships/notesMaster" Target="/ppt/notesMasters/notesMaster1.xml" Id="R589bea089aca43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5e1d0e380e47ff" /><Relationship Type="http://schemas.openxmlformats.org/officeDocument/2006/relationships/notesMaster" Target="/ppt/notesMasters/notesMaster1.xml" Id="Rfabdfe4eb93945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30bbd2cc8449d8" /><Relationship Type="http://schemas.openxmlformats.org/officeDocument/2006/relationships/notesMaster" Target="/ppt/notesMasters/notesMaster1.xml" Id="Reff05516aadc47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18701a72e443c7" /><Relationship Type="http://schemas.openxmlformats.org/officeDocument/2006/relationships/notesMaster" Target="/ppt/notesMasters/notesMaster1.xml" Id="R4823db4e7df84d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78d56ff1b44774" /><Relationship Type="http://schemas.openxmlformats.org/officeDocument/2006/relationships/notesMaster" Target="/ppt/notesMasters/notesMaster1.xml" Id="Rbe917465ccf244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1ba8b55601450c" /><Relationship Type="http://schemas.openxmlformats.org/officeDocument/2006/relationships/notesMaster" Target="/ppt/notesMasters/notesMaster1.xml" Id="Rf535f0fce5f544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04fed1f148e45ed" /><Relationship Type="http://schemas.openxmlformats.org/officeDocument/2006/relationships/notesMaster" Target="/ppt/notesMasters/notesMaster1.xml" Id="R6bd46723548244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337165f6c74432" /><Relationship Type="http://schemas.openxmlformats.org/officeDocument/2006/relationships/notesMaster" Target="/ppt/notesMasters/notesMaster1.xml" Id="R4925abbfd0b24b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48741d889340c7" /><Relationship Type="http://schemas.openxmlformats.org/officeDocument/2006/relationships/notesMaster" Target="/ppt/notesMasters/notesMaster1.xml" Id="R5322780e470c447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7faeddacd24853" /><Relationship Type="http://schemas.openxmlformats.org/officeDocument/2006/relationships/notesMaster" Target="/ppt/notesMasters/notesMaster1.xml" Id="Rcc3670ccb88544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title.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goal.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warmup.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vocabulary.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concept.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explanation.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visual.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compare.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formula.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example.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practice.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question.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check.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practice: summary.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28900562141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82a31a777b4bfc" /><Relationship Type="http://schemas.openxmlformats.org/officeDocument/2006/relationships/slideLayout" Target="/ppt/slideLayouts/slideLayout1.xml" Id="R82a01d56e6ad4c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a01d56e6ad4c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5748388964146" /><Relationship Type="http://schemas.openxmlformats.org/officeDocument/2006/relationships/image" Target="/ppt/media/image.png" Id="R9b2486ee7ea547a3" /><Relationship Type="http://schemas.openxmlformats.org/officeDocument/2006/relationships/image" Target="/ppt/media/image.svg" Id="Rb8840b2b64b9407e" /><Relationship Type="http://schemas.openxmlformats.org/officeDocument/2006/relationships/notesSlide" Target="/ppt/notesSlides/notesSlide1.xml" Id="Re370f0b7f52346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766a24b2b4702" /><Relationship Type="http://schemas.openxmlformats.org/officeDocument/2006/relationships/image" Target="/ppt/media/image2.png" Id="Rf27746f8b0604742" /><Relationship Type="http://schemas.openxmlformats.org/officeDocument/2006/relationships/image" Target="/ppt/media/image2.svg" Id="R5a45f908da6b4cca" /><Relationship Type="http://schemas.openxmlformats.org/officeDocument/2006/relationships/notesSlide" Target="/ppt/notesSlides/notesSlide2.xml" Id="R579bcd81276e46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42ee675854fff" /><Relationship Type="http://schemas.openxmlformats.org/officeDocument/2006/relationships/image" Target="/ppt/media/image3.png" Id="R2b25c15dd7be4c57" /><Relationship Type="http://schemas.openxmlformats.org/officeDocument/2006/relationships/image" Target="/ppt/media/image3.svg" Id="R5caa6a0f127e4866" /><Relationship Type="http://schemas.openxmlformats.org/officeDocument/2006/relationships/notesSlide" Target="/ppt/notesSlides/notesSlide3.xml" Id="R446963409d564c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deafaa6284c2e" /><Relationship Type="http://schemas.openxmlformats.org/officeDocument/2006/relationships/image" Target="/ppt/media/image4.png" Id="R145305cbede54b47" /><Relationship Type="http://schemas.openxmlformats.org/officeDocument/2006/relationships/image" Target="/ppt/media/image4.svg" Id="Ra0cd15739ee846d6" /><Relationship Type="http://schemas.openxmlformats.org/officeDocument/2006/relationships/notesSlide" Target="/ppt/notesSlides/notesSlide4.xml" Id="Rfd36650fa3314c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f461f95484656" /><Relationship Type="http://schemas.openxmlformats.org/officeDocument/2006/relationships/image" Target="/ppt/media/image5.png" Id="Rf362bbc33a2a4fb4" /><Relationship Type="http://schemas.openxmlformats.org/officeDocument/2006/relationships/image" Target="/ppt/media/image5.svg" Id="R1928322729444250" /><Relationship Type="http://schemas.openxmlformats.org/officeDocument/2006/relationships/notesSlide" Target="/ppt/notesSlides/notesSlide5.xml" Id="R028d8c407d654f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c475d49a14cc4" /><Relationship Type="http://schemas.openxmlformats.org/officeDocument/2006/relationships/image" Target="/ppt/media/image6.png" Id="R7c47a283927b4b10" /><Relationship Type="http://schemas.openxmlformats.org/officeDocument/2006/relationships/image" Target="/ppt/media/image6.svg" Id="R5f2ef5c109fe4f64" /><Relationship Type="http://schemas.openxmlformats.org/officeDocument/2006/relationships/notesSlide" Target="/ppt/notesSlides/notesSlide6.xml" Id="R701dbbe2a08b40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fd1c5c3d34ccb" /><Relationship Type="http://schemas.openxmlformats.org/officeDocument/2006/relationships/image" Target="/ppt/media/image7.png" Id="Rcefddb5bf18a4489" /><Relationship Type="http://schemas.openxmlformats.org/officeDocument/2006/relationships/image" Target="/ppt/media/image7.svg" Id="R86c5404c91384cb9" /><Relationship Type="http://schemas.openxmlformats.org/officeDocument/2006/relationships/notesSlide" Target="/ppt/notesSlides/notesSlide7.xml" Id="R1144c8ef2d9547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3ba5134ec47d4" /><Relationship Type="http://schemas.openxmlformats.org/officeDocument/2006/relationships/image" Target="/ppt/media/image8.png" Id="R334a5574bea84665" /><Relationship Type="http://schemas.openxmlformats.org/officeDocument/2006/relationships/image" Target="/ppt/media/image8.svg" Id="R99d5db9a75b54f28" /><Relationship Type="http://schemas.openxmlformats.org/officeDocument/2006/relationships/notesSlide" Target="/ppt/notesSlides/notesSlide8.xml" Id="R84cac672419542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afd03a67741d8" /><Relationship Type="http://schemas.openxmlformats.org/officeDocument/2006/relationships/image" Target="/ppt/media/image9.png" Id="R6f659a01626240fa" /><Relationship Type="http://schemas.openxmlformats.org/officeDocument/2006/relationships/image" Target="/ppt/media/image9.svg" Id="Rd76a161b75024b81" /><Relationship Type="http://schemas.openxmlformats.org/officeDocument/2006/relationships/notesSlide" Target="/ppt/notesSlides/notesSlide9.xml" Id="Rdd6f256a87024d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9ca34aeff4c24" /><Relationship Type="http://schemas.openxmlformats.org/officeDocument/2006/relationships/image" Target="/ppt/media/image10.png" Id="Rc23ccf82e355495a" /><Relationship Type="http://schemas.openxmlformats.org/officeDocument/2006/relationships/image" Target="/ppt/media/image10.svg" Id="R07b50303c0714f1a" /><Relationship Type="http://schemas.openxmlformats.org/officeDocument/2006/relationships/notesSlide" Target="/ppt/notesSlides/notesSlide10.xml" Id="Rb9fcb7f108294b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17cd7d254407c" /><Relationship Type="http://schemas.openxmlformats.org/officeDocument/2006/relationships/image" Target="/ppt/media/image11.png" Id="Rb3e86e3e5d5645c0" /><Relationship Type="http://schemas.openxmlformats.org/officeDocument/2006/relationships/image" Target="/ppt/media/image11.svg" Id="Rc95a1ee8c0d34076" /><Relationship Type="http://schemas.openxmlformats.org/officeDocument/2006/relationships/notesSlide" Target="/ppt/notesSlides/notesSlide11.xml" Id="R7c8fc58865f54c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a1803e7ca4a91" /><Relationship Type="http://schemas.openxmlformats.org/officeDocument/2006/relationships/image" Target="/ppt/media/image12.png" Id="R88fe688ab15941c4" /><Relationship Type="http://schemas.openxmlformats.org/officeDocument/2006/relationships/image" Target="/ppt/media/image12.svg" Id="R10d0bcf633054d98" /><Relationship Type="http://schemas.openxmlformats.org/officeDocument/2006/relationships/notesSlide" Target="/ppt/notesSlides/notesSlide12.xml" Id="R75707637b0874d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6ed49db3c4a75" /><Relationship Type="http://schemas.openxmlformats.org/officeDocument/2006/relationships/image" Target="/ppt/media/image13.png" Id="Rf7eafb23eb164cc0" /><Relationship Type="http://schemas.openxmlformats.org/officeDocument/2006/relationships/image" Target="/ppt/media/image13.svg" Id="Re3e3352294c54f2c" /><Relationship Type="http://schemas.openxmlformats.org/officeDocument/2006/relationships/notesSlide" Target="/ppt/notesSlides/notesSlide13.xml" Id="Rc3d998c34a424e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166e6ac22477c" /><Relationship Type="http://schemas.openxmlformats.org/officeDocument/2006/relationships/image" Target="/ppt/media/image14.png" Id="R20068229eca44d14" /><Relationship Type="http://schemas.openxmlformats.org/officeDocument/2006/relationships/image" Target="/ppt/media/image14.svg" Id="R60140cc4a0e04b52" /><Relationship Type="http://schemas.openxmlformats.org/officeDocument/2006/relationships/notesSlide" Target="/ppt/notesSlides/notesSlide14.xml" Id="R65f4aa1826ef4d9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0">
            <a:extLst xmlns:a="http://schemas.openxmlformats.org/drawingml/2006/main">
              <a:ext uri="{FF2B5EF4-FFF2-40B4-BE49-F238E27FC236}">
                <a16:creationId xmlns:a16="http://schemas.microsoft.com/office/drawing/2014/main" id="{C7047810-CC56-44E4-A1CD-0704BD35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E3462FF7-D186-40B1-B6C5-1AA77DB9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B1C748EF-A631-421A-B1F6-4A1CA9D9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65B4FA2B-51A4-4654-A248-5765EC8D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9EC5D05-DC30-406B-B498-D04120B6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Tìm quy luật của dãy số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D38F6E51-4F21-46C4-B812-7CD0C61A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Find the sequence pattern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486ee7ea547a3">
            <a:extLst>
              <a:ext uri="{96DAC541-7B7A-43D3-8B79-37D633B846F1}">
                <asvg:svgBlip xmlns:asvg="http://schemas.microsoft.com/office/drawing/2016/SVG/main" r:embed="Rb8840b2b64b940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772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oal-0">
            <a:extLst xmlns:a="http://schemas.openxmlformats.org/drawingml/2006/main">
              <a:ext uri="{FF2B5EF4-FFF2-40B4-BE49-F238E27FC236}">
                <a16:creationId xmlns:a16="http://schemas.microsoft.com/office/drawing/2014/main" id="{FAFBB90B-D43F-40A1-A2DE-A41F15AF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52BBB271-B810-4EB4-AC15-E894980A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2655DF45-73C6-4215-A3A4-F3DF30EA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176CC7ED-8564-4433-9C44-C927F114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7FFDE290-A7CB-40F2-93D3-2E901B15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Xác định công sai của cấp số cộng.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10904B56-FDA9-4F4F-9962-AC4D96F7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Find the common difference.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746f8b0604742">
            <a:extLst>
              <a:ext uri="{96DAC541-7B7A-43D3-8B79-37D633B846F1}">
                <asvg:svgBlip xmlns:asvg="http://schemas.microsoft.com/office/drawing/2016/SVG/main" r:embed="R5a45f908da6b4c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56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warmup-0">
            <a:extLst xmlns:a="http://schemas.openxmlformats.org/drawingml/2006/main">
              <a:ext uri="{FF2B5EF4-FFF2-40B4-BE49-F238E27FC236}">
                <a16:creationId xmlns:a16="http://schemas.microsoft.com/office/drawing/2014/main" id="{50ECA62F-F63F-4563-8D7E-719E69D4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E0C5120C-B9A1-4F7F-BEA6-901CC46D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B22CA791-AE29-4B66-8E3D-ADADFB03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DE03B635-17ED-4F89-AABA-3594FE10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5E521B38-5C55-48CE-A30C-8EA96108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2, 5, 8, 11… Số tiếp theo là gì?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3F9DA156-33E3-4D7D-93B0-AC842CE2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2, 5, 8, 11… What comes next?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5c15dd7be4c57">
            <a:extLst>
              <a:ext uri="{96DAC541-7B7A-43D3-8B79-37D633B846F1}">
                <asvg:svgBlip xmlns:asvg="http://schemas.microsoft.com/office/drawing/2016/SVG/main" r:embed="R5caa6a0f127e48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625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F7A10079-6C11-4B9B-98DB-E7AE1D48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AF55E7CD-F3C3-4C42-8721-8E7B9D3D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07572A38-BA81-4FAB-AA2B-53A63A97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5E161AB4-1922-4B99-86DA-A05AEBCC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8EAFC351-306B-4BBD-BEB1-A7B79745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Số hạng · Công sai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0AD86F06-7686-43B6-AE38-06615C9A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Term · Common difference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305cbede54b47">
            <a:extLst>
              <a:ext uri="{96DAC541-7B7A-43D3-8B79-37D633B846F1}">
                <asvg:svgBlip xmlns:asvg="http://schemas.microsoft.com/office/drawing/2016/SVG/main" r:embed="Ra0cd15739ee846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479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ncept-0">
            <a:extLst xmlns:a="http://schemas.openxmlformats.org/drawingml/2006/main">
              <a:ext uri="{FF2B5EF4-FFF2-40B4-BE49-F238E27FC236}">
                <a16:creationId xmlns:a16="http://schemas.microsoft.com/office/drawing/2014/main" id="{829369E8-3D39-43DE-9E1D-0903CFF4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AEEAC693-DEB6-4556-B608-D469810A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D55535BB-C274-440F-964E-3674AC13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CE4C6CD6-F9E0-4EBF-AC31-62FD0157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CEBDC2CE-7EBF-429C-AB76-6DC54505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Hai số hạng liên tiếp hơn kém nhau d.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1BEEE71A-D5FE-4279-B664-8CA379B2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Consecutive terms differ by d.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2bbc33a2a4fb4">
            <a:extLst>
              <a:ext uri="{96DAC541-7B7A-43D3-8B79-37D633B846F1}">
                <asvg:svgBlip xmlns:asvg="http://schemas.microsoft.com/office/drawing/2016/SVG/main" r:embed="R19283227294442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62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7E25F3B7-FBD5-4041-8DC0-C4A45326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226726BD-BD33-4EC4-BD44-7912470C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015976B6-254D-4623-9418-C9639EE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1B01A45F-91A2-47D0-89BB-C62D27A1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AB6CBF36-39A4-4A02-83D8-CD187EB6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Mỗi bước trong hình cộng thêm 3.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F4427A4E-1942-44F7-B4D8-C7777B38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Each step in the diagram adds 3.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7a283927b4b10">
            <a:extLst>
              <a:ext uri="{96DAC541-7B7A-43D3-8B79-37D633B846F1}">
                <asvg:svgBlip xmlns:asvg="http://schemas.microsoft.com/office/drawing/2016/SVG/main" r:embed="R5f2ef5c109fe4f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6229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AAEBFBAE-09EF-43AB-AA1A-4DB6C017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7460AE5E-8884-4445-9819-229C606E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B52A747F-C603-4A0A-BC74-D2D05106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6CCA3CFC-F612-4276-9A68-980B9F46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3C27906F-2EA1-40AF-894D-B08E654A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Theo dõi bước nhảy +3.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98B0D637-D84E-4C9D-89A1-78333A20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Follow the +3 jumps.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fddb5bf18a4489">
            <a:extLst>
              <a:ext uri="{96DAC541-7B7A-43D3-8B79-37D633B846F1}">
                <asvg:svgBlip xmlns:asvg="http://schemas.microsoft.com/office/drawing/2016/SVG/main" r:embed="R86c5404c91384c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3171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mpare-0">
            <a:extLst xmlns:a="http://schemas.openxmlformats.org/drawingml/2006/main">
              <a:ext uri="{FF2B5EF4-FFF2-40B4-BE49-F238E27FC236}">
                <a16:creationId xmlns:a16="http://schemas.microsoft.com/office/drawing/2014/main" id="{A0EE8395-CE40-4CBC-A1C1-8571A20D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777BF479-A5DB-4297-A725-2EF65434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A4B3D549-B680-42E3-8961-8FF3C9F7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D20ACDF6-B5A7-4340-8A79-1B0CDC14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5FFF7613-12C4-4615-A4DA-FCCC7F00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2, 5, 8 và 2, 4, 8: khác quy luật.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9253C3FB-5B12-4EBD-A84C-F7290613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2, 5, 8 and 2, 4, 8 use different patterns.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4a5574bea84665">
            <a:extLst>
              <a:ext uri="{96DAC541-7B7A-43D3-8B79-37D633B846F1}">
                <asvg:svgBlip xmlns:asvg="http://schemas.microsoft.com/office/drawing/2016/SVG/main" r:embed="R99d5db9a75b54f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5063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rmula-0">
            <a:extLst xmlns:a="http://schemas.openxmlformats.org/drawingml/2006/main">
              <a:ext uri="{FF2B5EF4-FFF2-40B4-BE49-F238E27FC236}">
                <a16:creationId xmlns:a16="http://schemas.microsoft.com/office/drawing/2014/main" id="{060689EB-A604-476E-BAE6-F265E8C5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54E6DAFF-E402-4332-BE94-AB71D29D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DB840A99-4B7B-4343-937C-BFCFEE36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8809E7BE-1140-4EDD-986E-10CD60D4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EE024F82-1951-4EBD-B51A-FEAF6A99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uₙ = u₁ + (n − 1)d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7135D8D2-E928-405D-9423-439193C5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uₙ = u₁ + (n − 1)d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659a01626240fa">
            <a:extLst>
              <a:ext uri="{96DAC541-7B7A-43D3-8B79-37D633B846F1}">
                <asvg:svgBlip xmlns:asvg="http://schemas.microsoft.com/office/drawing/2016/SVG/main" r:embed="Rd76a161b75024b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758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ample-0">
            <a:extLst xmlns:a="http://schemas.openxmlformats.org/drawingml/2006/main">
              <a:ext uri="{FF2B5EF4-FFF2-40B4-BE49-F238E27FC236}">
                <a16:creationId xmlns:a16="http://schemas.microsoft.com/office/drawing/2014/main" id="{3F7C9CCE-6EB2-4840-9000-A194293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846CB0D7-C413-453E-A8DA-64335300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5576AF7A-5125-4007-B1C6-0E8B810F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1B1D8A2F-0ABF-468A-8741-CDA6B7C3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C9AFDD44-C7E7-4599-8C14-34F59C42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u₁ = 2, d = 3</a:t>
            </a:r>
          </a:p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u₄ = 2 + 3 × 3 = 11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63394EE0-6C12-47C1-8C9A-F26F946A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u₁ = 2, d = 3</a:t>
            </a:r>
          </a:p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u₄ = 2 + 3 × 3 = 11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ccf82e355495a">
            <a:extLst>
              <a:ext uri="{96DAC541-7B7A-43D3-8B79-37D633B846F1}">
                <asvg:svgBlip xmlns:asvg="http://schemas.microsoft.com/office/drawing/2016/SVG/main" r:embed="R07b50303c0714f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590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ractice-0">
            <a:extLst xmlns:a="http://schemas.openxmlformats.org/drawingml/2006/main">
              <a:ext uri="{FF2B5EF4-FFF2-40B4-BE49-F238E27FC236}">
                <a16:creationId xmlns:a16="http://schemas.microsoft.com/office/drawing/2014/main" id="{68019FA1-D244-4C0E-BA4F-EFD7E7D5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B22D174D-9D7B-470A-B6B9-EEE89F47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8FD432FC-C2FA-4740-85E6-6CF899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23AAE244-8101-445C-B918-5B3FE5F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51350BF7-684B-4FD8-BAB0-4BA911F1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u₁ = 2, d = 3. Tìm u₅.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E6030DF1-AFE9-4F8F-807F-99F400E9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u₁ = 2, d = 3. Find u₅.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86e3e5d5645c0">
            <a:extLst>
              <a:ext uri="{96DAC541-7B7A-43D3-8B79-37D633B846F1}">
                <asvg:svgBlip xmlns:asvg="http://schemas.microsoft.com/office/drawing/2016/SVG/main" r:embed="Rc95a1ee8c0d340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928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question-0">
            <a:extLst xmlns:a="http://schemas.openxmlformats.org/drawingml/2006/main">
              <a:ext uri="{FF2B5EF4-FFF2-40B4-BE49-F238E27FC236}">
                <a16:creationId xmlns:a16="http://schemas.microsoft.com/office/drawing/2014/main" id="{CB4A8068-FDBD-4EE3-BAC3-27E90BC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7969E238-1641-4BFE-B7D3-4A64BFB5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64A4B209-03F4-4CC0-9766-46C58D1D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41474098-9777-42F0-8DC8-61BDAB58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946486EA-900F-4EDD-B980-7E577936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Giải thích vì sao công sai bằng 3.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B5C524EC-4828-4972-9576-FC02FFC6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Explain why the common difference is 3.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e688ab15941c4">
            <a:extLst>
              <a:ext uri="{96DAC541-7B7A-43D3-8B79-37D633B846F1}">
                <asvg:svgBlip xmlns:asvg="http://schemas.microsoft.com/office/drawing/2016/SVG/main" r:embed="R10d0bcf633054d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6859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eck-0">
            <a:extLst xmlns:a="http://schemas.openxmlformats.org/drawingml/2006/main">
              <a:ext uri="{FF2B5EF4-FFF2-40B4-BE49-F238E27FC236}">
                <a16:creationId xmlns:a16="http://schemas.microsoft.com/office/drawing/2014/main" id="{8360E07F-4A5B-46AF-A0AF-EEF5029D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7CF0E57F-76EA-4658-932E-F739E595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0DAC3060-5A8E-4B8E-ABC8-6BD0857B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40B20B4D-EEC9-472C-AE0E-386BB230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27CCF6B5-7A8F-4B67-BC20-FD457448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Dãy 3, 7, 11 có công sai là gì?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A5497DD4-5794-430F-B775-08E5A91C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Find d for the sequence 3, 7, 11.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afb23eb164cc0">
            <a:extLst>
              <a:ext uri="{96DAC541-7B7A-43D3-8B79-37D633B846F1}">
                <asvg:svgBlip xmlns:asvg="http://schemas.microsoft.com/office/drawing/2016/SVG/main" r:embed="Re3e3352294c54f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09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ummary-0">
            <a:extLst xmlns:a="http://schemas.openxmlformats.org/drawingml/2006/main">
              <a:ext uri="{FF2B5EF4-FFF2-40B4-BE49-F238E27FC236}">
                <a16:creationId xmlns:a16="http://schemas.microsoft.com/office/drawing/2014/main" id="{E9A5F8F7-D83B-4BAC-9712-73502C8F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B85B14"/>
                </a:solidFill>
                <a:latin typeface="Arial"/>
                <a:ea typeface="Arial"/>
                <a:cs typeface="Arial"/>
              </a:rPr>
              <a:t>BiliClass   /   Toán · ví dụ minh họa   /   11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01A76EAE-3C08-4485-A373-0B9D4F88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Cấp số cộng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431FB87D-3754-45FD-904B-3FEBA239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7093137E-EA0B-4855-84BE-91588E78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8B725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8B725A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10C6695A-CCC2-4C5F-9072-1559C8F7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422D1A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22D1A"/>
                </a:solidFill>
                <a:latin typeface="Arial"/>
                <a:ea typeface="Arial"/>
                <a:cs typeface="Arial"/>
              </a:rPr>
              <a:t>Mỗi bước cộng cùng một số d.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3ED28ADC-F8AD-4452-9747-F0780BD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B85B14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B85B14"/>
                </a:solidFill>
                <a:latin typeface="Arial"/>
                <a:ea typeface="Arial"/>
                <a:cs typeface="Arial"/>
              </a:rPr>
              <a:t>Add the same number d at each step.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68229eca44d14">
            <a:extLst>
              <a:ext uri="{96DAC541-7B7A-43D3-8B79-37D633B846F1}">
                <asvg:svgBlip xmlns:asvg="http://schemas.microsoft.com/office/drawing/2016/SVG/main" r:embed="R60140cc4a0e04b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6125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2026-10-03T05:29:03.7700000Z</dcterms:created>
  <dcterms:modified xsi:type="dcterms:W3CDTF">2026-10-03T05:29:03.7700000Z</dcterms:modified>
</coreProperties>
</file>