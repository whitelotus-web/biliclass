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c97b6ad23d4ae7" /><Relationship Type="http://schemas.openxmlformats.org/officeDocument/2006/relationships/extended-properties" Target="/docProps/app.xml" Id="R8fb04c839a484325" /><Relationship Type="http://schemas.openxmlformats.org/officeDocument/2006/relationships/officeDocument" Target="/ppt/presentation.xml" Id="Rc98b53c4062e4a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8d19e1f4bd4103"/>
  </p:sldMasterIdLst>
  <p:notesMasterIdLst>
    <p:notesMasterId xmlns:r="http://schemas.openxmlformats.org/officeDocument/2006/relationships" r:id="Rd0508be3f3c44cd2"/>
  </p:notesMasterIdLst>
  <p:sldIdLst>
    <p:sldId xmlns:r="http://schemas.openxmlformats.org/officeDocument/2006/relationships" id="256" r:id="R7233843bd2324c52"/>
    <p:sldId xmlns:r="http://schemas.openxmlformats.org/officeDocument/2006/relationships" id="257" r:id="R32e1a2a1a24446d8"/>
    <p:sldId xmlns:r="http://schemas.openxmlformats.org/officeDocument/2006/relationships" id="258" r:id="Rb367bc54ab974ad6"/>
    <p:sldId xmlns:r="http://schemas.openxmlformats.org/officeDocument/2006/relationships" id="259" r:id="Rd2fffb1c3d494a45"/>
    <p:sldId xmlns:r="http://schemas.openxmlformats.org/officeDocument/2006/relationships" id="260" r:id="R63904bd48fd64efc"/>
    <p:sldId xmlns:r="http://schemas.openxmlformats.org/officeDocument/2006/relationships" id="261" r:id="R5fee9eacb55247ca"/>
    <p:sldId xmlns:r="http://schemas.openxmlformats.org/officeDocument/2006/relationships" id="262" r:id="Rc5df6db486244728"/>
    <p:sldId xmlns:r="http://schemas.openxmlformats.org/officeDocument/2006/relationships" id="263" r:id="R0c08e7b38b4642e6"/>
    <p:sldId xmlns:r="http://schemas.openxmlformats.org/officeDocument/2006/relationships" id="264" r:id="Rb8e86d28b1644607"/>
    <p:sldId xmlns:r="http://schemas.openxmlformats.org/officeDocument/2006/relationships" id="265" r:id="R8683bcf5b8df4188"/>
    <p:sldId xmlns:r="http://schemas.openxmlformats.org/officeDocument/2006/relationships" id="266" r:id="R972e447fa8eb48e9"/>
    <p:sldId xmlns:r="http://schemas.openxmlformats.org/officeDocument/2006/relationships" id="267" r:id="R8400fef1c607496d"/>
    <p:sldId xmlns:r="http://schemas.openxmlformats.org/officeDocument/2006/relationships" id="268" r:id="Rafc8979d7ce44792"/>
    <p:sldId xmlns:r="http://schemas.openxmlformats.org/officeDocument/2006/relationships" id="269" r:id="R33bf70bd6d1b47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cbf92cbb80450c" /><Relationship Type="http://schemas.openxmlformats.org/officeDocument/2006/relationships/slideMaster" Target="/ppt/slideMasters/slideMaster1.xml" Id="R448d19e1f4bd4103" /><Relationship Type="http://schemas.openxmlformats.org/officeDocument/2006/relationships/notesMaster" Target="/ppt/notesMasters/notesMaster1.xml" Id="Rd0508be3f3c44cd2" /><Relationship Type="http://schemas.openxmlformats.org/officeDocument/2006/relationships/presProps" Target="/ppt/presProps.xml" Id="Rb6cf8a1d426b4ca8" /><Relationship Type="http://schemas.openxmlformats.org/officeDocument/2006/relationships/tableStyles" Target="/ppt/tableStyles.xml" Id="R855214687c88494a" /><Relationship Type="http://schemas.openxmlformats.org/officeDocument/2006/relationships/slide" Target="/ppt/slides/slide1.xml" Id="R7233843bd2324c52" /><Relationship Type="http://schemas.openxmlformats.org/officeDocument/2006/relationships/slide" Target="/ppt/slides/slide2.xml" Id="R32e1a2a1a24446d8" /><Relationship Type="http://schemas.openxmlformats.org/officeDocument/2006/relationships/slide" Target="/ppt/slides/slide3.xml" Id="Rb367bc54ab974ad6" /><Relationship Type="http://schemas.openxmlformats.org/officeDocument/2006/relationships/slide" Target="/ppt/slides/slide4.xml" Id="Rd2fffb1c3d494a45" /><Relationship Type="http://schemas.openxmlformats.org/officeDocument/2006/relationships/slide" Target="/ppt/slides/slide5.xml" Id="R63904bd48fd64efc" /><Relationship Type="http://schemas.openxmlformats.org/officeDocument/2006/relationships/slide" Target="/ppt/slides/slide6.xml" Id="R5fee9eacb55247ca" /><Relationship Type="http://schemas.openxmlformats.org/officeDocument/2006/relationships/slide" Target="/ppt/slides/slide7.xml" Id="Rc5df6db486244728" /><Relationship Type="http://schemas.openxmlformats.org/officeDocument/2006/relationships/slide" Target="/ppt/slides/slide8.xml" Id="R0c08e7b38b4642e6" /><Relationship Type="http://schemas.openxmlformats.org/officeDocument/2006/relationships/slide" Target="/ppt/slides/slide9.xml" Id="Rb8e86d28b1644607" /><Relationship Type="http://schemas.openxmlformats.org/officeDocument/2006/relationships/slide" Target="/ppt/slides/slide10.xml" Id="R8683bcf5b8df4188" /><Relationship Type="http://schemas.openxmlformats.org/officeDocument/2006/relationships/slide" Target="/ppt/slides/slide11.xml" Id="R972e447fa8eb48e9" /><Relationship Type="http://schemas.openxmlformats.org/officeDocument/2006/relationships/slide" Target="/ppt/slides/slide12.xml" Id="R8400fef1c607496d" /><Relationship Type="http://schemas.openxmlformats.org/officeDocument/2006/relationships/slide" Target="/ppt/slides/slide13.xml" Id="Rafc8979d7ce44792" /><Relationship Type="http://schemas.openxmlformats.org/officeDocument/2006/relationships/slide" Target="/ppt/slides/slide14.xml" Id="R33bf70bd6d1b47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0909e2658a44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8ae36657f64070" /><Relationship Type="http://schemas.openxmlformats.org/officeDocument/2006/relationships/notesMaster" Target="/ppt/notesMasters/notesMaster1.xml" Id="R3d70bdb9c9654e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2594dfd1d44978" /><Relationship Type="http://schemas.openxmlformats.org/officeDocument/2006/relationships/notesMaster" Target="/ppt/notesMasters/notesMaster1.xml" Id="Red4d032e302d4c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bb1266bd494493" /><Relationship Type="http://schemas.openxmlformats.org/officeDocument/2006/relationships/notesMaster" Target="/ppt/notesMasters/notesMaster1.xml" Id="Rce993ca1664b4b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4d8e5c853a47b5" /><Relationship Type="http://schemas.openxmlformats.org/officeDocument/2006/relationships/notesMaster" Target="/ppt/notesMasters/notesMaster1.xml" Id="R4a1e0d6702df42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bc18de0e2642a7" /><Relationship Type="http://schemas.openxmlformats.org/officeDocument/2006/relationships/notesMaster" Target="/ppt/notesMasters/notesMaster1.xml" Id="R1562ea07c5514d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5bceb0df384ce5" /><Relationship Type="http://schemas.openxmlformats.org/officeDocument/2006/relationships/notesMaster" Target="/ppt/notesMasters/notesMaster1.xml" Id="R41f723557e9c46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ec23f485654532" /><Relationship Type="http://schemas.openxmlformats.org/officeDocument/2006/relationships/notesMaster" Target="/ppt/notesMasters/notesMaster1.xml" Id="R3feb78d236c748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65964412034322" /><Relationship Type="http://schemas.openxmlformats.org/officeDocument/2006/relationships/notesMaster" Target="/ppt/notesMasters/notesMaster1.xml" Id="R4b288d70b2e643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665f7d6f204882" /><Relationship Type="http://schemas.openxmlformats.org/officeDocument/2006/relationships/notesMaster" Target="/ppt/notesMasters/notesMaster1.xml" Id="Rba35a2caa9a34a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07537b43b74f09" /><Relationship Type="http://schemas.openxmlformats.org/officeDocument/2006/relationships/notesMaster" Target="/ppt/notesMasters/notesMaster1.xml" Id="Rb7db483497e847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49933d405d41bb" /><Relationship Type="http://schemas.openxmlformats.org/officeDocument/2006/relationships/notesMaster" Target="/ppt/notesMasters/notesMaster1.xml" Id="Re0adb1359e1249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0b5f052d324e3a" /><Relationship Type="http://schemas.openxmlformats.org/officeDocument/2006/relationships/notesMaster" Target="/ppt/notesMasters/notesMaster1.xml" Id="R9d65a152b1914f1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529cc87bbb4aed" /><Relationship Type="http://schemas.openxmlformats.org/officeDocument/2006/relationships/notesMaster" Target="/ppt/notesMasters/notesMaster1.xml" Id="R135cc2ec25f748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c6eafb526db467c" /><Relationship Type="http://schemas.openxmlformats.org/officeDocument/2006/relationships/notesMaster" Target="/ppt/notesMasters/notesMaster1.xml" Id="Re1d3f4ac790b42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title.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goal.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warmup.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vocabulary.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concept.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explanation.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visual.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compare.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formula.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example.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practice.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question.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check.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summary.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5272dff3a41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d55c6b0fd14a3f" /><Relationship Type="http://schemas.openxmlformats.org/officeDocument/2006/relationships/slideLayout" Target="/ppt/slideLayouts/slideLayout1.xml" Id="Rb6c91b0cb79d4f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91b0cb79d4f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37d55c8be4752" /><Relationship Type="http://schemas.openxmlformats.org/officeDocument/2006/relationships/notesSlide" Target="/ppt/notesSlides/notesSlide1.xml" Id="R7ca3240210504e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66e971d5d4e3b" /><Relationship Type="http://schemas.openxmlformats.org/officeDocument/2006/relationships/notesSlide" Target="/ppt/notesSlides/notesSlide2.xml" Id="Rb436b42eb28f44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eafc5eaa24129" /><Relationship Type="http://schemas.openxmlformats.org/officeDocument/2006/relationships/notesSlide" Target="/ppt/notesSlides/notesSlide3.xml" Id="Rbf5b8f9f710c41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a9337fe7247c4" /><Relationship Type="http://schemas.openxmlformats.org/officeDocument/2006/relationships/notesSlide" Target="/ppt/notesSlides/notesSlide4.xml" Id="Ra84be74ad4e649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99292d4d042c4" /><Relationship Type="http://schemas.openxmlformats.org/officeDocument/2006/relationships/notesSlide" Target="/ppt/notesSlides/notesSlide5.xml" Id="R0356a17df05d40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397eccbf441f3" /><Relationship Type="http://schemas.openxmlformats.org/officeDocument/2006/relationships/notesSlide" Target="/ppt/notesSlides/notesSlide6.xml" Id="R5aa4652563934b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86e7a635d4020" /><Relationship Type="http://schemas.openxmlformats.org/officeDocument/2006/relationships/notesSlide" Target="/ppt/notesSlides/notesSlide7.xml" Id="R3a1da48ef24c45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e6c80b04a4bb2" /><Relationship Type="http://schemas.openxmlformats.org/officeDocument/2006/relationships/notesSlide" Target="/ppt/notesSlides/notesSlide8.xml" Id="R1d9869f2dcbe4a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e7faee6cb4277" /><Relationship Type="http://schemas.openxmlformats.org/officeDocument/2006/relationships/notesSlide" Target="/ppt/notesSlides/notesSlide9.xml" Id="R57eac09ebfd74c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5b4bea0c64008" /><Relationship Type="http://schemas.openxmlformats.org/officeDocument/2006/relationships/notesSlide" Target="/ppt/notesSlides/notesSlide10.xml" Id="Rb28cd28ca73842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65df9fdc542e1" /><Relationship Type="http://schemas.openxmlformats.org/officeDocument/2006/relationships/notesSlide" Target="/ppt/notesSlides/notesSlide11.xml" Id="R7c7fcc2b9218470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256893b1043ab" /><Relationship Type="http://schemas.openxmlformats.org/officeDocument/2006/relationships/notesSlide" Target="/ppt/notesSlides/notesSlide12.xml" Id="Rc5355d4930634f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8f4a57bcc40d3" /><Relationship Type="http://schemas.openxmlformats.org/officeDocument/2006/relationships/notesSlide" Target="/ppt/notesSlides/notesSlide13.xml" Id="R8b1e62b108b34a6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0db7a60614204" /><Relationship Type="http://schemas.openxmlformats.org/officeDocument/2006/relationships/notesSlide" Target="/ppt/notesSlides/notesSlide14.xml" Id="R32d39a427db34e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0">
            <a:extLst xmlns:a="http://schemas.openxmlformats.org/drawingml/2006/main">
              <a:ext uri="{FF2B5EF4-FFF2-40B4-BE49-F238E27FC236}">
                <a16:creationId xmlns:a16="http://schemas.microsoft.com/office/drawing/2014/main" id="{D8B9A107-13D7-4A04-B575-91A1B1D5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AB919BE2-5D5C-4ADF-8221-EF946E24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E8FB1CF8-886B-4F0A-98B5-A9B383D1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Tên bài  /  Lesson title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5321B3BF-AFC7-46C3-AD33-8A03CA89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7F81F3E8-6EE8-4E88-B633-080DEAD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[Tên bài học]</a:t>
            </a:r>
          </a:p>
          <a:p xmlns:a="http://schemas.openxmlformats.org/drawingml/2006/main">
            <a:pPr algn="l">
              <a:defRPr sz="39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[Chủ đề của tiết học]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95B76698-9208-42F9-8ED7-FBEB3DD4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03632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90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[Lesson title]</a:t>
            </a:r>
          </a:p>
          <a:p xmlns:a="http://schemas.openxmlformats.org/drawingml/2006/main">
            <a:pPr algn="l">
              <a:defRPr sz="390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90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[Topic of the lesson]</a:t>
            </a:r>
          </a:p>
        </p:txBody>
      </p:sp>
    </p:spTree>
    <p:extLst>
      <p:ext uri="{BB962C8B-B14F-4D97-AF65-F5344CB8AC3E}">
        <p14:creationId xmlns:p14="http://schemas.microsoft.com/office/powerpoint/2010/main" val="12040739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al-0">
            <a:extLst xmlns:a="http://schemas.openxmlformats.org/drawingml/2006/main">
              <a:ext uri="{FF2B5EF4-FFF2-40B4-BE49-F238E27FC236}">
                <a16:creationId xmlns:a16="http://schemas.microsoft.com/office/drawing/2014/main" id="{1B668CA9-F3F5-4DD3-8642-600D3116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goal-1">
            <a:extLst xmlns:a="http://schemas.openxmlformats.org/drawingml/2006/main">
              <a:ext uri="{FF2B5EF4-FFF2-40B4-BE49-F238E27FC236}">
                <a16:creationId xmlns:a16="http://schemas.microsoft.com/office/drawing/2014/main" id="{A9AB0A86-629C-46CB-AC02-69C04CB4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goal-2">
            <a:extLst xmlns:a="http://schemas.openxmlformats.org/drawingml/2006/main">
              <a:ext uri="{FF2B5EF4-FFF2-40B4-BE49-F238E27FC236}">
                <a16:creationId xmlns:a16="http://schemas.microsoft.com/office/drawing/2014/main" id="{69883BFA-AB33-44A5-9927-95459370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Mục tiêu  /  Learning goals</a:t>
            </a:r>
          </a:p>
        </p:txBody>
      </p:sp>
      <p:sp>
        <p:nvSpPr>
          <p:cNvPr id="4" name="goal-3">
            <a:extLst xmlns:a="http://schemas.openxmlformats.org/drawingml/2006/main">
              <a:ext uri="{FF2B5EF4-FFF2-40B4-BE49-F238E27FC236}">
                <a16:creationId xmlns:a16="http://schemas.microsoft.com/office/drawing/2014/main" id="{F722E571-A3F1-42E9-833A-1E0E3BF1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goal-4">
            <a:extLst xmlns:a="http://schemas.openxmlformats.org/drawingml/2006/main">
              <a:ext uri="{FF2B5EF4-FFF2-40B4-BE49-F238E27FC236}">
                <a16:creationId xmlns:a16="http://schemas.microsoft.com/office/drawing/2014/main" id="{E1A8729F-7784-40C2-A02F-4482DAC4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[Điều học sinh cần hiểu]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[Điều học sinh cần làm được]</a:t>
            </a:r>
          </a:p>
        </p:txBody>
      </p:sp>
      <p:sp>
        <p:nvSpPr>
          <p:cNvPr id="6" name="goal-5">
            <a:extLst xmlns:a="http://schemas.openxmlformats.org/drawingml/2006/main">
              <a:ext uri="{FF2B5EF4-FFF2-40B4-BE49-F238E27FC236}">
                <a16:creationId xmlns:a16="http://schemas.microsoft.com/office/drawing/2014/main" id="{687DB8D8-DEFE-4D91-84DD-37046C2C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[What students should understand]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[What students should be able to do]</a:t>
            </a:r>
          </a:p>
        </p:txBody>
      </p:sp>
    </p:spTree>
    <p:extLst>
      <p:ext uri="{BB962C8B-B14F-4D97-AF65-F5344CB8AC3E}">
        <p14:creationId xmlns:p14="http://schemas.microsoft.com/office/powerpoint/2010/main" val="20460095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armup-0">
            <a:extLst xmlns:a="http://schemas.openxmlformats.org/drawingml/2006/main">
              <a:ext uri="{FF2B5EF4-FFF2-40B4-BE49-F238E27FC236}">
                <a16:creationId xmlns:a16="http://schemas.microsoft.com/office/drawing/2014/main" id="{E7E264A8-0856-4FB0-8F8E-DA57D96E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warmup-1">
            <a:extLst xmlns:a="http://schemas.openxmlformats.org/drawingml/2006/main">
              <a:ext uri="{FF2B5EF4-FFF2-40B4-BE49-F238E27FC236}">
                <a16:creationId xmlns:a16="http://schemas.microsoft.com/office/drawing/2014/main" id="{97263737-1689-4AB4-9E41-5841EC6A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warmup-2">
            <a:extLst xmlns:a="http://schemas.openxmlformats.org/drawingml/2006/main">
              <a:ext uri="{FF2B5EF4-FFF2-40B4-BE49-F238E27FC236}">
                <a16:creationId xmlns:a16="http://schemas.microsoft.com/office/drawing/2014/main" id="{142A0499-586C-474C-8B81-AA4D61AC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Khởi động  /  Warm-up</a:t>
            </a:r>
          </a:p>
        </p:txBody>
      </p:sp>
      <p:sp>
        <p:nvSpPr>
          <p:cNvPr id="4" name="warmup-3">
            <a:extLst xmlns:a="http://schemas.openxmlformats.org/drawingml/2006/main">
              <a:ext uri="{FF2B5EF4-FFF2-40B4-BE49-F238E27FC236}">
                <a16:creationId xmlns:a16="http://schemas.microsoft.com/office/drawing/2014/main" id="{D5F2861C-F674-4A2E-86A4-E5BCDE71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warmup-4">
            <a:extLst xmlns:a="http://schemas.openxmlformats.org/drawingml/2006/main">
              <a:ext uri="{FF2B5EF4-FFF2-40B4-BE49-F238E27FC236}">
                <a16:creationId xmlns:a16="http://schemas.microsoft.com/office/drawing/2014/main" id="{9DCE849E-F202-46B6-A31B-5B885AAC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[Câu hỏi mở đầu từ bài học]</a:t>
            </a:r>
          </a:p>
          <a:p xmlns:a="http://schemas.openxmlformats.org/drawingml/2006/main">
            <a:pPr algn="l">
              <a:defRPr sz="315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[Thông tin để học sinh quan sát]</a:t>
            </a:r>
          </a:p>
        </p:txBody>
      </p:sp>
      <p:sp>
        <p:nvSpPr>
          <p:cNvPr id="6" name="warmup-5">
            <a:extLst xmlns:a="http://schemas.openxmlformats.org/drawingml/2006/main">
              <a:ext uri="{FF2B5EF4-FFF2-40B4-BE49-F238E27FC236}">
                <a16:creationId xmlns:a16="http://schemas.microsoft.com/office/drawing/2014/main" id="{BC83ECD5-81B7-4462-B658-25F0FAB6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[Opening question from the lesson]</a:t>
            </a:r>
          </a:p>
          <a:p xmlns:a="http://schemas.openxmlformats.org/drawingml/2006/main">
            <a:pPr algn="l">
              <a:defRPr sz="315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[Information for students to observe]</a:t>
            </a:r>
          </a:p>
        </p:txBody>
      </p:sp>
    </p:spTree>
    <p:extLst>
      <p:ext uri="{BB962C8B-B14F-4D97-AF65-F5344CB8AC3E}">
        <p14:creationId xmlns:p14="http://schemas.microsoft.com/office/powerpoint/2010/main" val="646968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vocabulary-0">
            <a:extLst xmlns:a="http://schemas.openxmlformats.org/drawingml/2006/main">
              <a:ext uri="{FF2B5EF4-FFF2-40B4-BE49-F238E27FC236}">
                <a16:creationId xmlns:a16="http://schemas.microsoft.com/office/drawing/2014/main" id="{DF1677CD-12CE-4ADE-B167-662E560E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vocabulary-1">
            <a:extLst xmlns:a="http://schemas.openxmlformats.org/drawingml/2006/main">
              <a:ext uri="{FF2B5EF4-FFF2-40B4-BE49-F238E27FC236}">
                <a16:creationId xmlns:a16="http://schemas.microsoft.com/office/drawing/2014/main" id="{77E186D8-95D4-4C32-825B-7AB36256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vocabulary-2">
            <a:extLst xmlns:a="http://schemas.openxmlformats.org/drawingml/2006/main">
              <a:ext uri="{FF2B5EF4-FFF2-40B4-BE49-F238E27FC236}">
                <a16:creationId xmlns:a16="http://schemas.microsoft.com/office/drawing/2014/main" id="{CD96132F-2615-48C7-B115-B6A5E734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Từ khóa song ngữ  /  Key vocabulary</a:t>
            </a:r>
          </a:p>
        </p:txBody>
      </p:sp>
      <p:sp>
        <p:nvSpPr>
          <p:cNvPr id="4" name="vocabulary-3">
            <a:extLst xmlns:a="http://schemas.openxmlformats.org/drawingml/2006/main">
              <a:ext uri="{FF2B5EF4-FFF2-40B4-BE49-F238E27FC236}">
                <a16:creationId xmlns:a16="http://schemas.microsoft.com/office/drawing/2014/main" id="{CF5DF84B-11D3-4A78-BDE7-E5AA135B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vocabulary-4">
            <a:extLst xmlns:a="http://schemas.openxmlformats.org/drawingml/2006/main">
              <a:ext uri="{FF2B5EF4-FFF2-40B4-BE49-F238E27FC236}">
                <a16:creationId xmlns:a16="http://schemas.microsoft.com/office/drawing/2014/main" id="{A5194CD1-AFC1-4CE7-8364-EF162E36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[Thuật ngữ thứ nhất]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[Thuật ngữ thứ hai]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[Thuật ngữ thứ ba]</a:t>
            </a:r>
          </a:p>
        </p:txBody>
      </p:sp>
      <p:sp>
        <p:nvSpPr>
          <p:cNvPr id="6" name="vocabulary-5">
            <a:extLst xmlns:a="http://schemas.openxmlformats.org/drawingml/2006/main">
              <a:ext uri="{FF2B5EF4-FFF2-40B4-BE49-F238E27FC236}">
                <a16:creationId xmlns:a16="http://schemas.microsoft.com/office/drawing/2014/main" id="{D207BACA-50D7-4A7E-A8F5-D96DD3EC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[First term]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[Second term]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[Third term]</a:t>
            </a:r>
          </a:p>
        </p:txBody>
      </p:sp>
    </p:spTree>
    <p:extLst>
      <p:ext uri="{BB962C8B-B14F-4D97-AF65-F5344CB8AC3E}">
        <p14:creationId xmlns:p14="http://schemas.microsoft.com/office/powerpoint/2010/main" val="1520274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ept-0">
            <a:extLst xmlns:a="http://schemas.openxmlformats.org/drawingml/2006/main">
              <a:ext uri="{FF2B5EF4-FFF2-40B4-BE49-F238E27FC236}">
                <a16:creationId xmlns:a16="http://schemas.microsoft.com/office/drawing/2014/main" id="{2B95D320-930D-4DDA-AF1E-4DB18F76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oncept-1">
            <a:extLst xmlns:a="http://schemas.openxmlformats.org/drawingml/2006/main">
              <a:ext uri="{FF2B5EF4-FFF2-40B4-BE49-F238E27FC236}">
                <a16:creationId xmlns:a16="http://schemas.microsoft.com/office/drawing/2014/main" id="{D5FA9477-B1B0-4732-868A-783074D9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oncept-2">
            <a:extLst xmlns:a="http://schemas.openxmlformats.org/drawingml/2006/main">
              <a:ext uri="{FF2B5EF4-FFF2-40B4-BE49-F238E27FC236}">
                <a16:creationId xmlns:a16="http://schemas.microsoft.com/office/drawing/2014/main" id="{BBB3C6D4-723E-49D3-9B21-B0FE644A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Khái niệm  /  Concept</a:t>
            </a:r>
          </a:p>
        </p:txBody>
      </p:sp>
      <p:sp>
        <p:nvSpPr>
          <p:cNvPr id="4" name="concept-3">
            <a:extLst xmlns:a="http://schemas.openxmlformats.org/drawingml/2006/main">
              <a:ext uri="{FF2B5EF4-FFF2-40B4-BE49-F238E27FC236}">
                <a16:creationId xmlns:a16="http://schemas.microsoft.com/office/drawing/2014/main" id="{F1C8EA6C-D4C4-4279-8C1E-ECFDFD72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998A5596-5733-4C74-918B-A4E50C8B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[Tên khái niệm]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[Định nghĩa lấy từ tài liệu đã kiểm tra]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4410D66B-2B98-4ABE-9D29-EE530D23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[Concept name]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[Definition from the checked source]</a:t>
            </a:r>
          </a:p>
        </p:txBody>
      </p:sp>
    </p:spTree>
    <p:extLst>
      <p:ext uri="{BB962C8B-B14F-4D97-AF65-F5344CB8AC3E}">
        <p14:creationId xmlns:p14="http://schemas.microsoft.com/office/powerpoint/2010/main" val="9793099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xplanation-0">
            <a:extLst xmlns:a="http://schemas.openxmlformats.org/drawingml/2006/main">
              <a:ext uri="{FF2B5EF4-FFF2-40B4-BE49-F238E27FC236}">
                <a16:creationId xmlns:a16="http://schemas.microsoft.com/office/drawing/2014/main" id="{57EB9083-62F1-441D-B48C-4E313C82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explanation-1">
            <a:extLst xmlns:a="http://schemas.openxmlformats.org/drawingml/2006/main">
              <a:ext uri="{FF2B5EF4-FFF2-40B4-BE49-F238E27FC236}">
                <a16:creationId xmlns:a16="http://schemas.microsoft.com/office/drawing/2014/main" id="{84043A1C-8DBB-4921-900A-3D545784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explanation-2">
            <a:extLst xmlns:a="http://schemas.openxmlformats.org/drawingml/2006/main">
              <a:ext uri="{FF2B5EF4-FFF2-40B4-BE49-F238E27FC236}">
                <a16:creationId xmlns:a16="http://schemas.microsoft.com/office/drawing/2014/main" id="{35DAAEA9-3BE1-4FDE-A563-2CAF454D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Giải thích  /  Explanation</a:t>
            </a:r>
          </a:p>
        </p:txBody>
      </p:sp>
      <p:sp>
        <p:nvSpPr>
          <p:cNvPr id="4" name="explanation-3">
            <a:extLst xmlns:a="http://schemas.openxmlformats.org/drawingml/2006/main">
              <a:ext uri="{FF2B5EF4-FFF2-40B4-BE49-F238E27FC236}">
                <a16:creationId xmlns:a16="http://schemas.microsoft.com/office/drawing/2014/main" id="{0F32BCD4-EBE2-43C7-B32E-55963956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explanation-4">
            <a:extLst xmlns:a="http://schemas.openxmlformats.org/drawingml/2006/main">
              <a:ext uri="{FF2B5EF4-FFF2-40B4-BE49-F238E27FC236}">
                <a16:creationId xmlns:a16="http://schemas.microsoft.com/office/drawing/2014/main" id="{CC3361B6-7C59-4CAB-8168-4019945E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[Ý chính cần giải thích]</a:t>
            </a:r>
          </a:p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[Mối liên hệ trong nội dung bài học]</a:t>
            </a:r>
          </a:p>
        </p:txBody>
      </p:sp>
      <p:sp>
        <p:nvSpPr>
          <p:cNvPr id="6" name="explanation-5">
            <a:extLst xmlns:a="http://schemas.openxmlformats.org/drawingml/2006/main">
              <a:ext uri="{FF2B5EF4-FFF2-40B4-BE49-F238E27FC236}">
                <a16:creationId xmlns:a16="http://schemas.microsoft.com/office/drawing/2014/main" id="{BF04B58D-2446-4BF5-9161-E766E407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[Main idea to explain]</a:t>
            </a:r>
          </a:p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[Relationship within the lesson content]</a:t>
            </a:r>
          </a:p>
        </p:txBody>
      </p:sp>
    </p:spTree>
    <p:extLst>
      <p:ext uri="{BB962C8B-B14F-4D97-AF65-F5344CB8AC3E}">
        <p14:creationId xmlns:p14="http://schemas.microsoft.com/office/powerpoint/2010/main" val="5999791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isual-0">
            <a:extLst xmlns:a="http://schemas.openxmlformats.org/drawingml/2006/main">
              <a:ext uri="{FF2B5EF4-FFF2-40B4-BE49-F238E27FC236}">
                <a16:creationId xmlns:a16="http://schemas.microsoft.com/office/drawing/2014/main" id="{A6F04AA9-6F6A-4697-9E96-AEB7D359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visual-1">
            <a:extLst xmlns:a="http://schemas.openxmlformats.org/drawingml/2006/main">
              <a:ext uri="{FF2B5EF4-FFF2-40B4-BE49-F238E27FC236}">
                <a16:creationId xmlns:a16="http://schemas.microsoft.com/office/drawing/2014/main" id="{2F9F6A34-9308-4346-8B43-D96142CD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visual-2">
            <a:extLst xmlns:a="http://schemas.openxmlformats.org/drawingml/2006/main">
              <a:ext uri="{FF2B5EF4-FFF2-40B4-BE49-F238E27FC236}">
                <a16:creationId xmlns:a16="http://schemas.microsoft.com/office/drawing/2014/main" id="{A7FE83C5-2B19-454A-A1D5-DBA4D9AD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Hình và chú thích  /  Visual explanation</a:t>
            </a:r>
          </a:p>
        </p:txBody>
      </p:sp>
      <p:sp>
        <p:nvSpPr>
          <p:cNvPr id="4" name="visual-3">
            <a:extLst xmlns:a="http://schemas.openxmlformats.org/drawingml/2006/main">
              <a:ext uri="{FF2B5EF4-FFF2-40B4-BE49-F238E27FC236}">
                <a16:creationId xmlns:a16="http://schemas.microsoft.com/office/drawing/2014/main" id="{43E9D0C3-0DC0-41A3-B02C-91D67F83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visual-4">
            <a:extLst xmlns:a="http://schemas.openxmlformats.org/drawingml/2006/main">
              <a:ext uri="{FF2B5EF4-FFF2-40B4-BE49-F238E27FC236}">
                <a16:creationId xmlns:a16="http://schemas.microsoft.com/office/drawing/2014/main" id="{118D6F3F-16C2-424E-8693-730DF817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48000"/>
            <a:ext cx="4343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[Hình từ tài liệu bài học]</a:t>
            </a:r>
          </a:p>
          <a:p xmlns:a="http://schemas.openxmlformats.org/drawingml/2006/main">
            <a:pPr algn="ctr">
              <a:defRPr sz="21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[Image from the lesson source]</a:t>
            </a:r>
          </a:p>
        </p:txBody>
      </p:sp>
      <p:sp>
        <p:nvSpPr>
          <p:cNvPr id="6" name="visual-5">
            <a:extLst xmlns:a="http://schemas.openxmlformats.org/drawingml/2006/main">
              <a:ext uri="{FF2B5EF4-FFF2-40B4-BE49-F238E27FC236}">
                <a16:creationId xmlns:a16="http://schemas.microsoft.com/office/drawing/2014/main" id="{53BC3F2C-72DA-4B63-9A0F-F7D98915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[Điều cần quan sát trong hình]</a:t>
            </a:r>
          </a:p>
          <a:p xmlns:a="http://schemas.openxmlformats.org/drawingml/2006/main">
            <a:pPr algn="l">
              <a:defRPr sz="22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[Chú thích từ tài liệu nguồn]</a:t>
            </a:r>
          </a:p>
        </p:txBody>
      </p:sp>
      <p:sp>
        <p:nvSpPr>
          <p:cNvPr id="7" name="visual-6">
            <a:extLst xmlns:a="http://schemas.openxmlformats.org/drawingml/2006/main">
              <a:ext uri="{FF2B5EF4-FFF2-40B4-BE49-F238E27FC236}">
                <a16:creationId xmlns:a16="http://schemas.microsoft.com/office/drawing/2014/main" id="{E6FA5161-21AE-4FC7-B16D-031370C2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2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[What to observe in the image]</a:t>
            </a:r>
          </a:p>
          <a:p xmlns:a="http://schemas.openxmlformats.org/drawingml/2006/main">
            <a:pPr algn="l">
              <a:defRPr sz="22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2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[Caption from the source document]</a:t>
            </a:r>
          </a:p>
        </p:txBody>
      </p:sp>
    </p:spTree>
    <p:extLst>
      <p:ext uri="{BB962C8B-B14F-4D97-AF65-F5344CB8AC3E}">
        <p14:creationId xmlns:p14="http://schemas.microsoft.com/office/powerpoint/2010/main" val="12016713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mpare-0">
            <a:extLst xmlns:a="http://schemas.openxmlformats.org/drawingml/2006/main">
              <a:ext uri="{FF2B5EF4-FFF2-40B4-BE49-F238E27FC236}">
                <a16:creationId xmlns:a16="http://schemas.microsoft.com/office/drawing/2014/main" id="{A7701E46-DE04-4E7A-A36E-4E298B79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ompare-1">
            <a:extLst xmlns:a="http://schemas.openxmlformats.org/drawingml/2006/main">
              <a:ext uri="{FF2B5EF4-FFF2-40B4-BE49-F238E27FC236}">
                <a16:creationId xmlns:a16="http://schemas.microsoft.com/office/drawing/2014/main" id="{1FB0A4D3-3834-4AF8-BE2E-DA99F060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ompare-2">
            <a:extLst xmlns:a="http://schemas.openxmlformats.org/drawingml/2006/main">
              <a:ext uri="{FF2B5EF4-FFF2-40B4-BE49-F238E27FC236}">
                <a16:creationId xmlns:a16="http://schemas.microsoft.com/office/drawing/2014/main" id="{009D5A96-0731-4AD2-AAFE-7D669A12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So sánh  /  Comparison</a:t>
            </a:r>
          </a:p>
        </p:txBody>
      </p:sp>
      <p:sp>
        <p:nvSpPr>
          <p:cNvPr id="4" name="compare-3">
            <a:extLst xmlns:a="http://schemas.openxmlformats.org/drawingml/2006/main">
              <a:ext uri="{FF2B5EF4-FFF2-40B4-BE49-F238E27FC236}">
                <a16:creationId xmlns:a16="http://schemas.microsoft.com/office/drawing/2014/main" id="{190344E9-AC14-4EC9-B565-B7ADB5DD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ompare-4">
            <a:extLst xmlns:a="http://schemas.openxmlformats.org/drawingml/2006/main">
              <a:ext uri="{FF2B5EF4-FFF2-40B4-BE49-F238E27FC236}">
                <a16:creationId xmlns:a16="http://schemas.microsoft.com/office/drawing/2014/main" id="{26AC1CA9-5CBD-4FE6-BB84-4CE516B1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[Tiêu chí so sánh]</a:t>
            </a:r>
          </a:p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[Điểm giống nhau]</a:t>
            </a:r>
          </a:p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[Điểm khác nhau]</a:t>
            </a:r>
          </a:p>
        </p:txBody>
      </p:sp>
      <p:sp>
        <p:nvSpPr>
          <p:cNvPr id="6" name="compare-5">
            <a:extLst xmlns:a="http://schemas.openxmlformats.org/drawingml/2006/main">
              <a:ext uri="{FF2B5EF4-FFF2-40B4-BE49-F238E27FC236}">
                <a16:creationId xmlns:a16="http://schemas.microsoft.com/office/drawing/2014/main" id="{C171E3C2-7FD5-4CA0-802A-195CAE64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[Comparison criterion]</a:t>
            </a:r>
          </a:p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[Similarities]</a:t>
            </a:r>
          </a:p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[Differences]</a:t>
            </a:r>
          </a:p>
        </p:txBody>
      </p:sp>
    </p:spTree>
    <p:extLst>
      <p:ext uri="{BB962C8B-B14F-4D97-AF65-F5344CB8AC3E}">
        <p14:creationId xmlns:p14="http://schemas.microsoft.com/office/powerpoint/2010/main" val="19324068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rmula-0">
            <a:extLst xmlns:a="http://schemas.openxmlformats.org/drawingml/2006/main">
              <a:ext uri="{FF2B5EF4-FFF2-40B4-BE49-F238E27FC236}">
                <a16:creationId xmlns:a16="http://schemas.microsoft.com/office/drawing/2014/main" id="{E697B7A7-FB5D-4A78-AF2F-0838F3D2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formula-1">
            <a:extLst xmlns:a="http://schemas.openxmlformats.org/drawingml/2006/main">
              <a:ext uri="{FF2B5EF4-FFF2-40B4-BE49-F238E27FC236}">
                <a16:creationId xmlns:a16="http://schemas.microsoft.com/office/drawing/2014/main" id="{2F03A345-F094-499D-8CCA-BFF0E162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formula-2">
            <a:extLst xmlns:a="http://schemas.openxmlformats.org/drawingml/2006/main">
              <a:ext uri="{FF2B5EF4-FFF2-40B4-BE49-F238E27FC236}">
                <a16:creationId xmlns:a16="http://schemas.microsoft.com/office/drawing/2014/main" id="{42E1A732-45F5-4D91-81D2-A619A9F6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Công thức / quy tắc  /  Formula / rule</a:t>
            </a:r>
          </a:p>
        </p:txBody>
      </p:sp>
      <p:sp>
        <p:nvSpPr>
          <p:cNvPr id="4" name="formula-3">
            <a:extLst xmlns:a="http://schemas.openxmlformats.org/drawingml/2006/main">
              <a:ext uri="{FF2B5EF4-FFF2-40B4-BE49-F238E27FC236}">
                <a16:creationId xmlns:a16="http://schemas.microsoft.com/office/drawing/2014/main" id="{0353C425-109A-4F90-AC5A-7F246270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formula-4">
            <a:extLst xmlns:a="http://schemas.openxmlformats.org/drawingml/2006/main">
              <a:ext uri="{FF2B5EF4-FFF2-40B4-BE49-F238E27FC236}">
                <a16:creationId xmlns:a16="http://schemas.microsoft.com/office/drawing/2014/main" id="{5026DF50-AF46-4D57-9850-034E0DD6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[Công thức hoặc quy tắc]</a:t>
            </a:r>
          </a:p>
          <a:p xmlns:a="http://schemas.openxmlformats.org/drawingml/2006/main">
            <a:pPr algn="ctr">
              <a:defRPr sz="315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[Điều kiện áp dụng]</a:t>
            </a:r>
          </a:p>
        </p:txBody>
      </p:sp>
      <p:sp>
        <p:nvSpPr>
          <p:cNvPr id="6" name="formula-5">
            <a:extLst xmlns:a="http://schemas.openxmlformats.org/drawingml/2006/main">
              <a:ext uri="{FF2B5EF4-FFF2-40B4-BE49-F238E27FC236}">
                <a16:creationId xmlns:a16="http://schemas.microsoft.com/office/drawing/2014/main" id="{6F60117F-16B8-462F-A8BF-D6A8989C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[Formula or rule]</a:t>
            </a:r>
          </a:p>
          <a:p xmlns:a="http://schemas.openxmlformats.org/drawingml/2006/main">
            <a:pPr algn="ctr">
              <a:defRPr sz="315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[Conditions of use]</a:t>
            </a:r>
          </a:p>
        </p:txBody>
      </p:sp>
    </p:spTree>
    <p:extLst>
      <p:ext uri="{BB962C8B-B14F-4D97-AF65-F5344CB8AC3E}">
        <p14:creationId xmlns:p14="http://schemas.microsoft.com/office/powerpoint/2010/main" val="14746280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xample-0">
            <a:extLst xmlns:a="http://schemas.openxmlformats.org/drawingml/2006/main">
              <a:ext uri="{FF2B5EF4-FFF2-40B4-BE49-F238E27FC236}">
                <a16:creationId xmlns:a16="http://schemas.microsoft.com/office/drawing/2014/main" id="{59918655-41EA-4185-8D43-A5B1FF62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example-1">
            <a:extLst xmlns:a="http://schemas.openxmlformats.org/drawingml/2006/main">
              <a:ext uri="{FF2B5EF4-FFF2-40B4-BE49-F238E27FC236}">
                <a16:creationId xmlns:a16="http://schemas.microsoft.com/office/drawing/2014/main" id="{F3980B4B-580F-470E-9DB7-19365CD1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example-2">
            <a:extLst xmlns:a="http://schemas.openxmlformats.org/drawingml/2006/main">
              <a:ext uri="{FF2B5EF4-FFF2-40B4-BE49-F238E27FC236}">
                <a16:creationId xmlns:a16="http://schemas.microsoft.com/office/drawing/2014/main" id="{641E94B7-C0BB-4F7D-AE83-A9ED2CD5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theo bước  /  Worked example</a:t>
            </a:r>
          </a:p>
        </p:txBody>
      </p:sp>
      <p:sp>
        <p:nvSpPr>
          <p:cNvPr id="4" name="example-3">
            <a:extLst xmlns:a="http://schemas.openxmlformats.org/drawingml/2006/main">
              <a:ext uri="{FF2B5EF4-FFF2-40B4-BE49-F238E27FC236}">
                <a16:creationId xmlns:a16="http://schemas.microsoft.com/office/drawing/2014/main" id="{0345E91B-16E8-4732-B5CF-540F5793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example-4">
            <a:extLst xmlns:a="http://schemas.openxmlformats.org/drawingml/2006/main">
              <a:ext uri="{FF2B5EF4-FFF2-40B4-BE49-F238E27FC236}">
                <a16:creationId xmlns:a16="http://schemas.microsoft.com/office/drawing/2014/main" id="{C717DB41-AEF4-481C-98F5-80BA134B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[Dữ kiện của ví dụ]</a:t>
            </a:r>
          </a:p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[Bước giải đã kiểm tra]</a:t>
            </a:r>
          </a:p>
          <a:p xmlns:a="http://schemas.openxmlformats.org/drawingml/2006/main">
            <a:pPr algn="l">
              <a:defRPr sz="24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[Kết quả và đơn vị]</a:t>
            </a:r>
          </a:p>
        </p:txBody>
      </p:sp>
      <p:sp>
        <p:nvSpPr>
          <p:cNvPr id="6" name="example-5">
            <a:extLst xmlns:a="http://schemas.openxmlformats.org/drawingml/2006/main">
              <a:ext uri="{FF2B5EF4-FFF2-40B4-BE49-F238E27FC236}">
                <a16:creationId xmlns:a16="http://schemas.microsoft.com/office/drawing/2014/main" id="{A515EF39-3AB6-4F07-8A84-69D9AA27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[Example information]</a:t>
            </a:r>
          </a:p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[Checked solution step]</a:t>
            </a:r>
          </a:p>
          <a:p xmlns:a="http://schemas.openxmlformats.org/drawingml/2006/main">
            <a:pPr algn="l">
              <a:defRPr sz="24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[Result and unit]</a:t>
            </a:r>
          </a:p>
        </p:txBody>
      </p:sp>
    </p:spTree>
    <p:extLst>
      <p:ext uri="{BB962C8B-B14F-4D97-AF65-F5344CB8AC3E}">
        <p14:creationId xmlns:p14="http://schemas.microsoft.com/office/powerpoint/2010/main" val="18299518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actice-0">
            <a:extLst xmlns:a="http://schemas.openxmlformats.org/drawingml/2006/main">
              <a:ext uri="{FF2B5EF4-FFF2-40B4-BE49-F238E27FC236}">
                <a16:creationId xmlns:a16="http://schemas.microsoft.com/office/drawing/2014/main" id="{473D62B7-CBC9-4BC9-88B4-C43053AA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practice-1">
            <a:extLst xmlns:a="http://schemas.openxmlformats.org/drawingml/2006/main">
              <a:ext uri="{FF2B5EF4-FFF2-40B4-BE49-F238E27FC236}">
                <a16:creationId xmlns:a16="http://schemas.microsoft.com/office/drawing/2014/main" id="{DAA6F640-CDEF-45E1-A097-1FE900DA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practice-2">
            <a:extLst xmlns:a="http://schemas.openxmlformats.org/drawingml/2006/main">
              <a:ext uri="{FF2B5EF4-FFF2-40B4-BE49-F238E27FC236}">
                <a16:creationId xmlns:a16="http://schemas.microsoft.com/office/drawing/2014/main" id="{EF9226B5-DF94-4AFC-AFDC-D103DD9D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Luyện tập  /  Practice</a:t>
            </a:r>
          </a:p>
        </p:txBody>
      </p:sp>
      <p:sp>
        <p:nvSpPr>
          <p:cNvPr id="4" name="practice-3">
            <a:extLst xmlns:a="http://schemas.openxmlformats.org/drawingml/2006/main">
              <a:ext uri="{FF2B5EF4-FFF2-40B4-BE49-F238E27FC236}">
                <a16:creationId xmlns:a16="http://schemas.microsoft.com/office/drawing/2014/main" id="{4718CD2E-664A-4905-AA92-835A5A87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practice-4">
            <a:extLst xmlns:a="http://schemas.openxmlformats.org/drawingml/2006/main">
              <a:ext uri="{FF2B5EF4-FFF2-40B4-BE49-F238E27FC236}">
                <a16:creationId xmlns:a16="http://schemas.microsoft.com/office/drawing/2014/main" id="{65A231B5-74FA-4AF4-A5C6-FC4AB78C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[Yêu cầu của bài tập]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[Dữ kiện được cung cấp]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[Cách học sinh trình bày kết quả]</a:t>
            </a:r>
          </a:p>
        </p:txBody>
      </p:sp>
      <p:sp>
        <p:nvSpPr>
          <p:cNvPr id="6" name="practice-5">
            <a:extLst xmlns:a="http://schemas.openxmlformats.org/drawingml/2006/main">
              <a:ext uri="{FF2B5EF4-FFF2-40B4-BE49-F238E27FC236}">
                <a16:creationId xmlns:a16="http://schemas.microsoft.com/office/drawing/2014/main" id="{398A8FC1-65F0-474F-83F8-8CCFC10E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[Task instructions]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[Given information]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[How students present their results]</a:t>
            </a:r>
          </a:p>
        </p:txBody>
      </p:sp>
    </p:spTree>
    <p:extLst>
      <p:ext uri="{BB962C8B-B14F-4D97-AF65-F5344CB8AC3E}">
        <p14:creationId xmlns:p14="http://schemas.microsoft.com/office/powerpoint/2010/main" val="652591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question-0">
            <a:extLst xmlns:a="http://schemas.openxmlformats.org/drawingml/2006/main">
              <a:ext uri="{FF2B5EF4-FFF2-40B4-BE49-F238E27FC236}">
                <a16:creationId xmlns:a16="http://schemas.microsoft.com/office/drawing/2014/main" id="{8850E951-EBA6-49FE-8763-2F7757B0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question-1">
            <a:extLst xmlns:a="http://schemas.openxmlformats.org/drawingml/2006/main">
              <a:ext uri="{FF2B5EF4-FFF2-40B4-BE49-F238E27FC236}">
                <a16:creationId xmlns:a16="http://schemas.microsoft.com/office/drawing/2014/main" id="{B1C67FA7-12BB-4135-9F4A-AA2F1B1D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question-2">
            <a:extLst xmlns:a="http://schemas.openxmlformats.org/drawingml/2006/main">
              <a:ext uri="{FF2B5EF4-FFF2-40B4-BE49-F238E27FC236}">
                <a16:creationId xmlns:a16="http://schemas.microsoft.com/office/drawing/2014/main" id="{C66FA899-C4BA-4BEE-BAE9-0C744FED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Hỏi lớp  /  Ask the class</a:t>
            </a:r>
          </a:p>
        </p:txBody>
      </p:sp>
      <p:sp>
        <p:nvSpPr>
          <p:cNvPr id="4" name="question-3">
            <a:extLst xmlns:a="http://schemas.openxmlformats.org/drawingml/2006/main">
              <a:ext uri="{FF2B5EF4-FFF2-40B4-BE49-F238E27FC236}">
                <a16:creationId xmlns:a16="http://schemas.microsoft.com/office/drawing/2014/main" id="{A2AB7947-9608-4C05-9BE8-D2950329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question-4">
            <a:extLst xmlns:a="http://schemas.openxmlformats.org/drawingml/2006/main">
              <a:ext uri="{FF2B5EF4-FFF2-40B4-BE49-F238E27FC236}">
                <a16:creationId xmlns:a16="http://schemas.microsoft.com/office/drawing/2014/main" id="{6DAC64E6-9A68-45BC-B026-677BA439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[Câu hỏi cho cả lớp]</a:t>
            </a:r>
          </a:p>
          <a:p xmlns:a="http://schemas.openxmlformats.org/drawingml/2006/main">
            <a:pPr algn="l">
              <a:defRPr sz="315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[Điều học sinh cần giải thích]</a:t>
            </a:r>
          </a:p>
        </p:txBody>
      </p:sp>
      <p:sp>
        <p:nvSpPr>
          <p:cNvPr id="6" name="question-5">
            <a:extLst xmlns:a="http://schemas.openxmlformats.org/drawingml/2006/main">
              <a:ext uri="{FF2B5EF4-FFF2-40B4-BE49-F238E27FC236}">
                <a16:creationId xmlns:a16="http://schemas.microsoft.com/office/drawing/2014/main" id="{81A7689D-4147-43B8-B006-121C3486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[Question for the class]</a:t>
            </a:r>
          </a:p>
          <a:p xmlns:a="http://schemas.openxmlformats.org/drawingml/2006/main">
            <a:pPr algn="l">
              <a:defRPr sz="315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[What students should explain]</a:t>
            </a:r>
          </a:p>
        </p:txBody>
      </p:sp>
    </p:spTree>
    <p:extLst>
      <p:ext uri="{BB962C8B-B14F-4D97-AF65-F5344CB8AC3E}">
        <p14:creationId xmlns:p14="http://schemas.microsoft.com/office/powerpoint/2010/main" val="15769475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heck-0">
            <a:extLst xmlns:a="http://schemas.openxmlformats.org/drawingml/2006/main">
              <a:ext uri="{FF2B5EF4-FFF2-40B4-BE49-F238E27FC236}">
                <a16:creationId xmlns:a16="http://schemas.microsoft.com/office/drawing/2014/main" id="{0788B149-2844-41FA-85CD-9F7DBFB9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heck-1">
            <a:extLst xmlns:a="http://schemas.openxmlformats.org/drawingml/2006/main">
              <a:ext uri="{FF2B5EF4-FFF2-40B4-BE49-F238E27FC236}">
                <a16:creationId xmlns:a16="http://schemas.microsoft.com/office/drawing/2014/main" id="{AE301DB3-65F5-439F-984B-7ED0AB19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heck-2">
            <a:extLst xmlns:a="http://schemas.openxmlformats.org/drawingml/2006/main">
              <a:ext uri="{FF2B5EF4-FFF2-40B4-BE49-F238E27FC236}">
                <a16:creationId xmlns:a16="http://schemas.microsoft.com/office/drawing/2014/main" id="{3887B10A-C678-4264-A758-F4FCF561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Kiểm tra hiểu bài  /  Check understanding</a:t>
            </a:r>
          </a:p>
        </p:txBody>
      </p:sp>
      <p:sp>
        <p:nvSpPr>
          <p:cNvPr id="4" name="check-3">
            <a:extLst xmlns:a="http://schemas.openxmlformats.org/drawingml/2006/main">
              <a:ext uri="{FF2B5EF4-FFF2-40B4-BE49-F238E27FC236}">
                <a16:creationId xmlns:a16="http://schemas.microsoft.com/office/drawing/2014/main" id="{90FCB33A-D963-4ACE-ADFC-3857C6E5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heck-4">
            <a:extLst xmlns:a="http://schemas.openxmlformats.org/drawingml/2006/main">
              <a:ext uri="{FF2B5EF4-FFF2-40B4-BE49-F238E27FC236}">
                <a16:creationId xmlns:a16="http://schemas.microsoft.com/office/drawing/2014/main" id="{E1D16BA5-EBA6-4C9A-B14A-74C31E5A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[Câu hỏi kiểm tra]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[Nội dung học sinh cần trả lời]</a:t>
            </a:r>
          </a:p>
        </p:txBody>
      </p:sp>
      <p:sp>
        <p:nvSpPr>
          <p:cNvPr id="6" name="check-5">
            <a:extLst xmlns:a="http://schemas.openxmlformats.org/drawingml/2006/main">
              <a:ext uri="{FF2B5EF4-FFF2-40B4-BE49-F238E27FC236}">
                <a16:creationId xmlns:a16="http://schemas.microsoft.com/office/drawing/2014/main" id="{9DE3BA94-CE99-4D79-A753-C34FECAC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[Check question]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[What students should answer]</a:t>
            </a:r>
          </a:p>
        </p:txBody>
      </p:sp>
    </p:spTree>
    <p:extLst>
      <p:ext uri="{BB962C8B-B14F-4D97-AF65-F5344CB8AC3E}">
        <p14:creationId xmlns:p14="http://schemas.microsoft.com/office/powerpoint/2010/main" val="11070259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ummary-0">
            <a:extLst xmlns:a="http://schemas.openxmlformats.org/drawingml/2006/main">
              <a:ext uri="{FF2B5EF4-FFF2-40B4-BE49-F238E27FC236}">
                <a16:creationId xmlns:a16="http://schemas.microsoft.com/office/drawing/2014/main" id="{037A3472-E83C-4D52-8481-ADFBD132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summary-1">
            <a:extLst xmlns:a="http://schemas.openxmlformats.org/drawingml/2006/main">
              <a:ext uri="{FF2B5EF4-FFF2-40B4-BE49-F238E27FC236}">
                <a16:creationId xmlns:a16="http://schemas.microsoft.com/office/drawing/2014/main" id="{A1C7F45E-AEBC-40AA-B234-0D77C119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summary-2">
            <a:extLst xmlns:a="http://schemas.openxmlformats.org/drawingml/2006/main">
              <a:ext uri="{FF2B5EF4-FFF2-40B4-BE49-F238E27FC236}">
                <a16:creationId xmlns:a16="http://schemas.microsoft.com/office/drawing/2014/main" id="{C824A822-C174-482F-AF54-64AAE13D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Tổng kết / cuối tiết  /  Summary / exit ticket</a:t>
            </a:r>
          </a:p>
        </p:txBody>
      </p:sp>
      <p:sp>
        <p:nvSpPr>
          <p:cNvPr id="4" name="summary-3">
            <a:extLst xmlns:a="http://schemas.openxmlformats.org/drawingml/2006/main">
              <a:ext uri="{FF2B5EF4-FFF2-40B4-BE49-F238E27FC236}">
                <a16:creationId xmlns:a16="http://schemas.microsoft.com/office/drawing/2014/main" id="{1D9FD17A-07A1-4835-9B51-BA314D2C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summary-4">
            <a:extLst xmlns:a="http://schemas.openxmlformats.org/drawingml/2006/main">
              <a:ext uri="{FF2B5EF4-FFF2-40B4-BE49-F238E27FC236}">
                <a16:creationId xmlns:a16="http://schemas.microsoft.com/office/drawing/2014/main" id="{B82BD287-454F-410C-867A-7379567C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[Ý chính cần ghi nhớ]</a:t>
            </a:r>
          </a:p>
          <a:p xmlns:a="http://schemas.openxmlformats.org/drawingml/2006/main">
            <a:pPr algn="l">
              <a:defRPr sz="255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[Điều học sinh cần giải thích cuối tiết]</a:t>
            </a:r>
          </a:p>
        </p:txBody>
      </p:sp>
      <p:sp>
        <p:nvSpPr>
          <p:cNvPr id="6" name="summary-5">
            <a:extLst xmlns:a="http://schemas.openxmlformats.org/drawingml/2006/main">
              <a:ext uri="{FF2B5EF4-FFF2-40B4-BE49-F238E27FC236}">
                <a16:creationId xmlns:a16="http://schemas.microsoft.com/office/drawing/2014/main" id="{1414CFF0-8AC4-4D46-8B6C-FA3D89C9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[Key idea to remember]</a:t>
            </a:r>
          </a:p>
          <a:p xmlns:a="http://schemas.openxmlformats.org/drawingml/2006/main">
            <a:pPr algn="l">
              <a:defRPr sz="255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[What students should explain at the end]</a:t>
            </a:r>
          </a:p>
        </p:txBody>
      </p:sp>
    </p:spTree>
    <p:extLst>
      <p:ext uri="{BB962C8B-B14F-4D97-AF65-F5344CB8AC3E}">
        <p14:creationId xmlns:p14="http://schemas.microsoft.com/office/powerpoint/2010/main" val="857411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2026-10-02T13:07:33.7390000Z</dcterms:created>
  <dcterms:modified xsi:type="dcterms:W3CDTF">2026-10-02T13:07:33.7390000Z</dcterms:modified>
</coreProperties>
</file>