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COVER
BILICLASS_SCHEMA: {"biliclass_template":true,"theme":"CLASSROOM","layout_id":"COVER","slide_number":1,"slots":["LESSON_TITLE_VI","LESSON_TITLE_EN","SUBJECT","GRADE","TEACHER"],"language_behavior":"mode_responsive"}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INTRO
BILICLASS_SCHEMA: {"biliclass_template":true,"theme":"CLASSROOM","layout_id":"INTRO","slide_number":2,"slots":["INTRO_TITLE_VI","INTRO_TITLE_EN","INTRO_TEXT_VI","INTRO_TEXT_EN"],"language_behavior":"mode_responsive"}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ROADMAP
BILICLASS_SCHEMA: {"biliclass_template":true,"theme":"CLASSROOM","layout_id":"ROADMAP","slide_number":3,"slots":["SECTION_1_VI","SECTION_1_EN","SECTION_2_VI","SECTION_2_EN","SECTION_3_VI","SECTION_3_EN"],"language_behavior":"mode_responsive"}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OBJECTIVES
BILICLASS_SCHEMA: {"biliclass_template":true,"theme":"CLASSROOM","layout_id":"OBJECTIVES","slide_number":4,"slots":["OBJECTIVES_TITLE_VI","OBJECTIVES_TITLE_EN","OBJECTIVE_1_VI","OBJECTIVE_1_EN","OBJECTIVE_2_VI","OBJECTIVE_2_EN","OBJECTIVE_3_VI","OBJECTIVE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SECTION
BILICLASS_SCHEMA: {"biliclass_template":true,"theme":"CLASSROOM","layout_id":"SECTION","slide_number":5,"slots":["SECTION_TITLE_VI","SECTION_TITLE_EN","SECTION_NUMBER"],"language_behavior":"mode_responsive"}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TITLE_ONLY
BILICLASS_SCHEMA: {"biliclass_template":true,"theme":"CLASSROOM","layout_id":"TITLE_ONLY","slide_number":6,"slots":["TITLE_VI","TITLE_EN"],"language_behavior":"mode_responsive"}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TWO_COLUMNS
BILICLASS_SCHEMA: {"biliclass_template":true,"theme":"CLASSROOM","layout_id":"TWO_COLUMNS","slide_number":7,"slots":["TITLE_VI","TITLE_EN","BODY_1_VI","BODY_1_EN","BODY_2_VI","BODY_2_EN"],"language_behavior":"two_columns"}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STACKED
BILICLASS_SCHEMA: {"biliclass_template":true,"theme":"CLASSROOM","layout_id":"STACKED","slide_number":8,"slots":["TITLE_VI","TITLE_EN","PAIR_1_VI","PAIR_1_EN","PAIR_2_VI","PAIR_2_EN"],"language_behavior":"sentence_pairs"}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KEYWORD
BILICLASS_SCHEMA: {"biliclass_template":true,"theme":"CLASSROOM","layout_id":"KEYWORD","slide_number":9,"slots":["TITLE_VI","TITLE_EN","KEYWORD_BODY_VI_EN"],"language_behavior":"keyword_integration"}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ENGLISH
BILICLASS_SCHEMA: {"biliclass_template":true,"theme":"CLASSROOM","layout_id":"ENGLISH","slide_number":10,"slots":["TITLE_EN","ENGLISH_BODY"],"language_behavior":"english_only"}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THEORY
BILICLASS_SCHEMA: {"biliclass_template":true,"theme":"CLASSROOM","layout_id":"THEORY","slide_number":11,"slots":["TITLE_VI","TITLE_EN","TEXT_VI","TEXT_EN"],"language_behavior":"mode_responsive"}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IMAGE_TEXT
BILICLASS_SCHEMA: {"biliclass_template":true,"theme":"CLASSROOM","layout_id":"IMAGE_TEXT","slide_number":12,"slots":["TITLE_VI","TITLE_EN","IMAGE_SOURCE","CAPTION_VI","CAPTION_EN","EXPLANATION_VI","EXPLANATION_EN"],"language_behavior":"mode_responsive"}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FORMULA
BILICLASS_SCHEMA: {"biliclass_template":true,"theme":"CLASSROOM","layout_id":"FORMULA","slide_number":13,"slots":["TITLE_VI","TITLE_EN","FORMULA_SOURCE","EXPLANATION_VI","EXPLANATION_EN"],"language_behavior":"mode_responsive"}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PROCESS
BILICLASS_SCHEMA: {"biliclass_template":true,"theme":"CLASSROOM","layout_id":"PROCESS","slide_number":14,"slots":["TITLE_VI","TITLE_EN","STEP_1_VI","STEP_1_EN","STEP_2_VI","STEP_2_EN","STEP_3_VI","STEP_3_EN"],"language_behavior":"mode_responsive"}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COMPARISON
BILICLASS_SCHEMA: {"biliclass_template":true,"theme":"CLASSROOM","layout_id":"COMPARISON","slide_number":15,"slots":["TITLE_VI","TITLE_EN","ITEM_A_VI","ITEM_A_EN","ITEM_B_VI","ITEM_B_EN"],"language_behavior":"mode_responsive"}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TABLE
BILICLASS_SCHEMA: {"biliclass_template":true,"theme":"CLASSROOM","layout_id":"TABLE","slide_number":16,"slots":["TITLE_VI","TITLE_EN","TABLE_SOURCE"],"language_behavior":"mode_responsive"}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GROUP_WORK
BILICLASS_SCHEMA: {"biliclass_template":true,"theme":"CLASSROOM","layout_id":"GROUP_WORK","slide_number":17,"slots":["TITLE_VI","TITLE_EN","TASK_VI","TASK_EN","TIME"],"language_behavior":"mode_responsive"}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EXERCISE
BILICLASS_SCHEMA: {"biliclass_template":true,"theme":"CLASSROOM","layout_id":"EXERCISE","slide_number":18,"slots":["TITLE_VI","TITLE_EN","QUESTION_VI","QUESTION_EN","SOLUTION_VI","SOLUTION_EN"],"language_behavior":"mode_responsive"}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
BILICLASS_SCHEMA: {"biliclass_template":true,"theme":"CLASSROOM","layout_id":"QUIZ","slide_number":19,"slots":["TITLE_VI","TITLE_EN","QUESTION_VI","QUESTION_EN","OPTION_A_VI","OPTION_A_EN","OPTION_B_VI","OPTION_B_EN","OPTION_C_VI","OPTION_C_EN","OPTION_D_VI","OPTION_D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QUIZ_REVEAL
BILICLASS_SCHEMA: {"biliclass_template":true,"theme":"CLASSROOM","layout_id":"QUIZ_REVEAL","slide_number":20,"slots":["TITLE_VI","TITLE_EN","CORRECT_ANSWER","EXPLANATION_VI","EXPLANATION_EN"],"language_behavior":"mode_responsive"}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SUMMARY
BILICLASS_SCHEMA: {"biliclass_template":true,"theme":"CLASSROOM","layout_id":"SUMMARY","slide_number":21,"slots":["TITLE_VI","TITLE_EN","SUMMARY_1_VI","SUMMARY_1_EN","SUMMARY_2_VI","SUMMARY_2_EN","SUMMARY_3_VI","SUMMARY_3_EN"],"language_behavior":"mode_responsive"}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HOMEWORK
BILICLASS_SCHEMA: {"biliclass_template":true,"theme":"CLASSROOM","layout_id":"HOMEWORK","slide_number":22,"slots":["TITLE_VI","TITLE_EN","HOMEWORK_VI","HOMEWORK_EN"],"language_behavior":"mode_responsive"}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THANK_YOU
BILICLASS_SCHEMA: {"biliclass_template":true,"theme":"CLASSROOM","layout_id":"THANK_YOU","slide_number":23,"slots":["THANKS_VI","THANKS_EN","FOOTER"],"language_behavior":"mode_responsive"}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6576"/>
            <a:ext cx="2377440" cy="2377440"/>
          </a:xfrm>
          <a:prstGeom prst="hexagon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773168"/>
            <a:ext cx="1737360" cy="173736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704088"/>
            <a:ext cx="822960" cy="73152"/>
          </a:xfrm>
          <a:prstGeom prst="roundRect">
            <a:avLst>
              <a:gd name="adj" fmla="val 225000"/>
            </a:avLst>
          </a:prstGeom>
          <a:solidFill>
            <a:srgbClr val="3563CD"/>
          </a:solidFill>
          <a:ln w="12700">
            <a:solidFill>
              <a:srgbClr val="3563C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9418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 /  CLASSROOM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" y="1847088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{{LESSON_TITLE_VI}}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04088" y="287121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{{LESSON_TITLE_EN}}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04088" y="3703320"/>
            <a:ext cx="7754112" cy="0"/>
          </a:xfrm>
          <a:prstGeom prst="line">
            <a:avLst/>
          </a:prstGeom>
          <a:noFill/>
          <a:ln w="15875">
            <a:solidFill>
              <a:srgbClr val="CED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{{SUBJECT}}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77056" y="40965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{{GRADE}}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" y="4700016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{{TEACHER}}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98280" y="1234440"/>
            <a:ext cx="1499616" cy="1499616"/>
          </a:xfrm>
          <a:prstGeom prst="hexagon">
            <a:avLst/>
          </a:prstGeom>
          <a:solidFill>
            <a:srgbClr val="3563CD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96728" y="1234440"/>
            <a:ext cx="1499616" cy="1499616"/>
          </a:xfrm>
          <a:prstGeom prst="hexagon">
            <a:avLst/>
          </a:prstGeom>
          <a:solidFill>
            <a:srgbClr val="A5BCFA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8280" y="2532888"/>
            <a:ext cx="1499616" cy="1499616"/>
          </a:xfrm>
          <a:prstGeom prst="hexagon">
            <a:avLst/>
          </a:prstGeom>
          <a:solidFill>
            <a:srgbClr val="3563CD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396728" y="2532888"/>
            <a:ext cx="1499616" cy="1499616"/>
          </a:xfrm>
          <a:prstGeom prst="hexagon">
            <a:avLst/>
          </a:prstGeom>
          <a:solidFill>
            <a:srgbClr val="A5BCFA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0" y="4187952"/>
            <a:ext cx="201168" cy="201168"/>
          </a:xfrm>
          <a:prstGeom prst="ellipse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623620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UNIVERSAL DESIGN  •  16:9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1307592"/>
            <a:ext cx="736092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1554480"/>
            <a:ext cx="214884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1581912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/ INTRO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41832" y="2048256"/>
            <a:ext cx="6656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{{INTRO_TEXT_VI}}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932688" y="3593592"/>
            <a:ext cx="664768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3904488"/>
            <a:ext cx="6647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{{INTRO_TEXT_EN}}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257032" y="1316736"/>
            <a:ext cx="3246120" cy="443484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81744" y="2084832"/>
            <a:ext cx="1005840" cy="1005840"/>
          </a:xfrm>
          <a:prstGeom prst="ellipse">
            <a:avLst/>
          </a:prstGeom>
          <a:solidFill>
            <a:srgbClr val="EAF1FF"/>
          </a:solidFill>
          <a:ln w="635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56064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73252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8586216" y="418795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1837944"/>
            <a:ext cx="484632" cy="484632"/>
          </a:xfrm>
          <a:prstGeom prst="ellipse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41832" y="3675888"/>
            <a:ext cx="3063240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562856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9744" y="1837944"/>
            <a:ext cx="484632" cy="484632"/>
          </a:xfrm>
          <a:prstGeom prst="ellipse">
            <a:avLst/>
          </a:prstGeom>
          <a:solidFill>
            <a:srgbClr val="6D91DD"/>
          </a:solidFill>
          <a:ln w="6350">
            <a:solidFill>
              <a:srgbClr val="6D91D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{{SECTION_2_VI}}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800600" y="3675888"/>
            <a:ext cx="3063240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{{SECTION_2_EN}}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421624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2" y="1837944"/>
            <a:ext cx="484632" cy="484632"/>
          </a:xfrm>
          <a:prstGeom prst="ellipse">
            <a:avLst/>
          </a:prstGeom>
          <a:solidFill>
            <a:srgbClr val="A5BCFA"/>
          </a:solidFill>
          <a:ln w="6350">
            <a:solidFill>
              <a:srgbClr val="A5BCFA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87384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59368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{{SECTION_3_VI}}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8659368" y="3675888"/>
            <a:ext cx="3063240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59368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{{SECTION_3_EN}}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07592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1426464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6404" y="1609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609344" y="15727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{{OBJECTIVE_1_VI}}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9944" y="1563624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{{OBJECTIVE_1_EN}}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81344" y="1508760"/>
            <a:ext cx="0" cy="987552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2971800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" y="3090672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6404" y="32735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09344" y="32369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{{OBJECTIVE_2_VI}}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09944" y="3227832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{{OBJECTIVE_2_EN}}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181344" y="3172968"/>
            <a:ext cx="0" cy="987552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" y="4636008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" y="4754880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6404" y="493776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609344" y="49011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{{OBJECTIVE_3_VI}}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09944" y="4892040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{{OBJECTIVE_3_EN}}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181344" y="4837176"/>
            <a:ext cx="0" cy="987552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6576"/>
            <a:ext cx="2377440" cy="2377440"/>
          </a:xfrm>
          <a:prstGeom prst="hexagon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773168"/>
            <a:ext cx="1737360" cy="173736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" y="1197864"/>
            <a:ext cx="219456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1225296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/ CHAPTER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22376" y="18288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{{SECTION_NUMBER}}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49808" y="2496312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{{SECTION_TITLE_VI}}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68096" y="3483864"/>
            <a:ext cx="9509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{{SECTION_TITLE_EN}}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8096" y="4745736"/>
            <a:ext cx="7589520" cy="0"/>
          </a:xfrm>
          <a:prstGeom prst="line">
            <a:avLst/>
          </a:prstGeom>
          <a:noFill/>
          <a:ln w="38100">
            <a:solidFill>
              <a:srgbClr val="3563C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6576"/>
            <a:ext cx="2377440" cy="2377440"/>
          </a:xfrm>
          <a:prstGeom prst="hexagon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773168"/>
            <a:ext cx="1737360" cy="173736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6384" y="786384"/>
            <a:ext cx="10625328" cy="52578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143000"/>
            <a:ext cx="2450592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1170432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SECTION / CHỦ ĐỀ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80160" y="2176272"/>
            <a:ext cx="9555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280160" y="3127248"/>
            <a:ext cx="9555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5102352" y="4233672"/>
            <a:ext cx="2011680" cy="0"/>
          </a:xfrm>
          <a:prstGeom prst="line">
            <a:avLst/>
          </a:prstGeom>
          <a:noFill/>
          <a:ln w="31750">
            <a:solidFill>
              <a:srgbClr val="3563C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4944" y="1307592"/>
            <a:ext cx="5285232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90488" y="1307592"/>
            <a:ext cx="52943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" y="1554480"/>
            <a:ext cx="1764792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1581912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 / VI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55664" y="1554480"/>
            <a:ext cx="178308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74536" y="1581912"/>
            <a:ext cx="1563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/ EN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87552" y="2011680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{{BODY_1_VI}}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473952" y="2011680"/>
            <a:ext cx="4672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{{BODY_1_EN}}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87552" y="3493008"/>
            <a:ext cx="469087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3493008"/>
            <a:ext cx="469087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{{BODY_2_VI}}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739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{{BODY_2_EN}}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0664" y="1316736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1517904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4712" y="154533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1 / PAIR 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33272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{{PAIR_1_VI}}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33272" y="2542032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{{PAIR_1_EN}}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40664" y="3584448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785616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4712" y="3813048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2 / PAIR 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33272" y="4142232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{{PAIR_2_VI}}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33272" y="4809744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{{PAIR_2_EN}}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16736"/>
            <a:ext cx="1071676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984" y="1618488"/>
            <a:ext cx="246888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1645920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KHÓA / KEY TERMS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60704" y="2368296"/>
            <a:ext cx="99578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{{KEYWORD_BODY_VI_EN}}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1042416" y="5065776"/>
            <a:ext cx="9957816" cy="402336"/>
          </a:xfrm>
          <a:prstGeom prst="roundRect">
            <a:avLst>
              <a:gd name="adj" fmla="val 4090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5184648"/>
            <a:ext cx="9482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 cấu trúc: thuật ngữ tiếng Việt (English term) — chỉ là hướng dẫn, không phải nội dung bài học.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420624"/>
            <a:ext cx="10835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3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730" dirty="0"/>
          </a:p>
        </p:txBody>
      </p:sp>
      <p:sp>
        <p:nvSpPr>
          <p:cNvPr id="11" name="Shape 8"/>
          <p:cNvSpPr/>
          <p:nvPr/>
        </p:nvSpPr>
        <p:spPr>
          <a:xfrm>
            <a:off x="740664" y="1389888"/>
            <a:ext cx="10716768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3272" y="1664208"/>
            <a:ext cx="1847088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169164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ONLY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" y="2249424"/>
            <a:ext cx="9884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{{ENGLISH_BODY}}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07592"/>
            <a:ext cx="1074420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TIẾNG VIỆT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03327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060704" y="212140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{{TEXT_VI}}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1042416" y="3355848"/>
            <a:ext cx="9848088" cy="0"/>
          </a:xfrm>
          <a:prstGeom prst="line">
            <a:avLst/>
          </a:prstGeom>
          <a:noFill/>
          <a:ln w="1905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13308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{{TEXT_EN}}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16736"/>
            <a:ext cx="6099048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13448" y="1316736"/>
            <a:ext cx="4443984" cy="44897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4984" y="1682496"/>
            <a:ext cx="5495544" cy="3035808"/>
          </a:xfrm>
          <a:prstGeom prst="roundRect">
            <a:avLst>
              <a:gd name="adj" fmla="val 5422"/>
            </a:avLst>
          </a:prstGeom>
          <a:solidFill>
            <a:srgbClr val="EAF1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2968" y="248716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5BC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7432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664208" y="2852928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{{IMAGE_SOURCE}}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33272" y="491032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{{CAPTION_VI}}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33272" y="5312664"/>
            <a:ext cx="5358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{{CAPTION_EN}}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87768" y="1700784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7306056" y="2157984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7296912" y="3547872"/>
            <a:ext cx="382219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06056" y="3831336"/>
            <a:ext cx="37124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44168"/>
            <a:ext cx="10716768" cy="1911096"/>
          </a:xfrm>
          <a:prstGeom prst="roundRect">
            <a:avLst>
              <a:gd name="adj" fmla="val 8612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3272" y="1581912"/>
            <a:ext cx="3090672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1609344"/>
            <a:ext cx="2871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THỨC GỐC / ORIGINAL FORMULA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69848" y="2066544"/>
            <a:ext cx="9893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{{FORMULA_SOURCE}}</a:t>
            </a:r>
            <a:endParaRPr lang="en-US" sz="3100" dirty="0"/>
          </a:p>
        </p:txBody>
      </p:sp>
      <p:sp>
        <p:nvSpPr>
          <p:cNvPr id="16" name="Shape 13"/>
          <p:cNvSpPr/>
          <p:nvPr/>
        </p:nvSpPr>
        <p:spPr>
          <a:xfrm>
            <a:off x="722376" y="3483864"/>
            <a:ext cx="5221224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0488" y="3483864"/>
            <a:ext cx="524865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6696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TIẾNG VIỆT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6473952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EXPLANATION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0241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105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3232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3544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3563CD"/>
          </a:solidFill>
          <a:ln w="12700">
            <a:solidFill>
              <a:srgbClr val="3563C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1832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{{STEP_1_VI}}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41832" y="3538728"/>
            <a:ext cx="308152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{{STEP_1_EN}}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42232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4535424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45736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6D91DD"/>
          </a:solidFill>
          <a:ln w="12700">
            <a:solidFill>
              <a:srgbClr val="6D91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82896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64024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{{STEP_2_VI}}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4764024" y="3538728"/>
            <a:ext cx="308152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64024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{{STEP_2_EN}}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64424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8357616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67928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A5BCFA"/>
          </a:solidFill>
          <a:ln w="12700">
            <a:solidFill>
              <a:srgbClr val="A5BC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05088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586216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{{STEP_3_VI}}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8586216" y="3538728"/>
            <a:ext cx="308152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86216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{{STEP_3_EN}}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1444752"/>
            <a:ext cx="5257800" cy="118872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FIRST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024128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{{ITEM_A_VI}}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1014984" y="3529584"/>
            <a:ext cx="459943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{{ITEM_A_EN}}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27064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27064" y="1444752"/>
            <a:ext cx="5257800" cy="118872"/>
          </a:xfrm>
          <a:prstGeom prst="rect">
            <a:avLst/>
          </a:prstGeom>
          <a:solidFill>
            <a:srgbClr val="6D91DD"/>
          </a:solidFill>
          <a:ln w="6350">
            <a:solidFill>
              <a:srgbClr val="6D91D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/ SECOND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6547104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{{ITEM_B_VI}}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6537960" y="3529584"/>
            <a:ext cx="459943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47104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{{ITEM_B_EN}}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380744"/>
            <a:ext cx="107807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1600200"/>
            <a:ext cx="278892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627632"/>
            <a:ext cx="2569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BẢNG DỮ LIỆU / DATA TABLE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9264" y="2148840"/>
            <a:ext cx="10168128" cy="493776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2642616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8FAFE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3300984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" y="3959352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8FAFE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4617720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11296" y="2148840"/>
            <a:ext cx="0" cy="3127248"/>
          </a:xfrm>
          <a:prstGeom prst="line">
            <a:avLst/>
          </a:prstGeom>
          <a:noFill/>
          <a:ln w="10795">
            <a:solidFill>
              <a:srgbClr val="CEDB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2148840"/>
            <a:ext cx="0" cy="3127248"/>
          </a:xfrm>
          <a:prstGeom prst="line">
            <a:avLst/>
          </a:prstGeom>
          <a:noFill/>
          <a:ln w="10795">
            <a:solidFill>
              <a:srgbClr val="CEDB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0" y="2148840"/>
            <a:ext cx="0" cy="3127248"/>
          </a:xfrm>
          <a:prstGeom prst="line">
            <a:avLst/>
          </a:prstGeom>
          <a:noFill/>
          <a:ln w="10795">
            <a:solidFill>
              <a:srgbClr val="CEDB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93392" y="3090672"/>
            <a:ext cx="8174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{{TABLE_SOURCE}}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1344168"/>
            <a:ext cx="7516368" cy="4453128"/>
          </a:xfrm>
          <a:prstGeom prst="roundRect">
            <a:avLst>
              <a:gd name="adj" fmla="val 3696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85632" y="1344168"/>
            <a:ext cx="2999232" cy="445312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1691640"/>
            <a:ext cx="3218688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1719072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THẢO LUẬN / GROUP ACTIVITY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69848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1069848" y="2606040"/>
            <a:ext cx="6757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{{TASK_VI}}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078992" y="3776472"/>
            <a:ext cx="669340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9848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/ ENGLISH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069848" y="4425696"/>
            <a:ext cx="6684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{{TASK_EN}}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473184" y="2221992"/>
            <a:ext cx="1005840" cy="1005840"/>
          </a:xfrm>
          <a:prstGeom prst="ellipse">
            <a:avLst/>
          </a:prstGeom>
          <a:solidFill>
            <a:srgbClr val="EAF1FF"/>
          </a:solidFill>
          <a:ln w="635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83496" y="243230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8805672" y="3767328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{{TIME}}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9098280" y="4462272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BOX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35024"/>
            <a:ext cx="10753344" cy="19751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1600200"/>
            <a:ext cx="2304288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6276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/ EXERCISE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51560" y="1947672"/>
            <a:ext cx="4764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6" name="Text 13"/>
          <p:cNvSpPr/>
          <p:nvPr/>
        </p:nvSpPr>
        <p:spPr>
          <a:xfrm>
            <a:off x="6473952" y="1947672"/>
            <a:ext cx="4608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20" dirty="0"/>
          </a:p>
        </p:txBody>
      </p:sp>
      <p:sp>
        <p:nvSpPr>
          <p:cNvPr id="17" name="Shape 14"/>
          <p:cNvSpPr/>
          <p:nvPr/>
        </p:nvSpPr>
        <p:spPr>
          <a:xfrm>
            <a:off x="6126480" y="1947672"/>
            <a:ext cx="0" cy="969264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3538728"/>
            <a:ext cx="10753344" cy="227685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96" y="3785616"/>
            <a:ext cx="2596896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8130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LỜI GIẢI / SOLUTION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60704" y="4215384"/>
            <a:ext cx="46817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3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{{SOLUTION_VI}}</a:t>
            </a:r>
            <a:endParaRPr lang="en-US" sz="1930" dirty="0"/>
          </a:p>
        </p:txBody>
      </p:sp>
      <p:sp>
        <p:nvSpPr>
          <p:cNvPr id="22" name="Text 19"/>
          <p:cNvSpPr/>
          <p:nvPr/>
        </p:nvSpPr>
        <p:spPr>
          <a:xfrm>
            <a:off x="6492240" y="4215384"/>
            <a:ext cx="4553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8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{{SOLUTION_EN}}</a:t>
            </a:r>
            <a:endParaRPr lang="en-US" sz="1780" dirty="0"/>
          </a:p>
        </p:txBody>
      </p:sp>
      <p:sp>
        <p:nvSpPr>
          <p:cNvPr id="23" name="Shape 20"/>
          <p:cNvSpPr/>
          <p:nvPr/>
        </p:nvSpPr>
        <p:spPr>
          <a:xfrm>
            <a:off x="6126480" y="4242816"/>
            <a:ext cx="0" cy="1069848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1316736"/>
            <a:ext cx="10725912" cy="1252728"/>
          </a:xfrm>
          <a:prstGeom prst="roundRect">
            <a:avLst>
              <a:gd name="adj" fmla="val 13139"/>
            </a:avLst>
          </a:prstGeom>
          <a:solidFill>
            <a:srgbClr val="EAF1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572768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4" name="Text 11"/>
          <p:cNvSpPr/>
          <p:nvPr/>
        </p:nvSpPr>
        <p:spPr>
          <a:xfrm>
            <a:off x="6464808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7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0" cy="804672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3563CD"/>
          </a:solidFill>
          <a:ln w="12700">
            <a:solidFill>
              <a:srgbClr val="3563C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8700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53896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{{OPTION_A_VI}}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1453896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{{OPTION_A_EN}}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49808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6D91DD"/>
          </a:solidFill>
          <a:ln w="12700">
            <a:solidFill>
              <a:srgbClr val="6D91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8700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53896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{{OPTION_B_VI}}</a:t>
            </a:r>
            <a:endParaRPr lang="en-US" sz="1680" dirty="0"/>
          </a:p>
        </p:txBody>
      </p:sp>
      <p:sp>
        <p:nvSpPr>
          <p:cNvPr id="25" name="Text 22"/>
          <p:cNvSpPr/>
          <p:nvPr/>
        </p:nvSpPr>
        <p:spPr>
          <a:xfrm>
            <a:off x="1453896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{{OPTION_B_EN}}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263640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9944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A5BCFA"/>
          </a:solidFill>
          <a:ln w="12700">
            <a:solidFill>
              <a:srgbClr val="A5BC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42532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67728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{{OPTION_C_VI}}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6967728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{{OPTION_C_EN}}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263640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9944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A5BCFA"/>
          </a:solidFill>
          <a:ln w="12700">
            <a:solidFill>
              <a:srgbClr val="A5BCF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42532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{{OPTION_D_VI}}</a:t>
            </a:r>
            <a:endParaRPr lang="en-US" sz="1680" dirty="0"/>
          </a:p>
        </p:txBody>
      </p:sp>
      <p:sp>
        <p:nvSpPr>
          <p:cNvPr id="35" name="Text 32"/>
          <p:cNvSpPr/>
          <p:nvPr/>
        </p:nvSpPr>
        <p:spPr>
          <a:xfrm>
            <a:off x="6967728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{{OPTION_D_EN}}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22960" y="5943600"/>
            <a:ext cx="10634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IS NOT SHOWN ON THIS SLIDE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9808" y="1389888"/>
            <a:ext cx="1069848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/ CORRECT ANSWER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1097280" y="2148840"/>
            <a:ext cx="2176272" cy="896112"/>
          </a:xfrm>
          <a:prstGeom prst="roundRect">
            <a:avLst>
              <a:gd name="adj" fmla="val 18367"/>
            </a:avLst>
          </a:prstGeom>
          <a:solidFill>
            <a:srgbClr val="EAF1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25880" y="23317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{{CORRECT_ANSWER}}</a:t>
            </a:r>
            <a:endParaRPr lang="en-US" sz="3100" dirty="0"/>
          </a:p>
        </p:txBody>
      </p:sp>
      <p:sp>
        <p:nvSpPr>
          <p:cNvPr id="16" name="Shape 13"/>
          <p:cNvSpPr/>
          <p:nvPr/>
        </p:nvSpPr>
        <p:spPr>
          <a:xfrm>
            <a:off x="1069848" y="3355848"/>
            <a:ext cx="9985248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1097280" y="3986784"/>
            <a:ext cx="4718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64808" y="39867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126480" y="3913632"/>
            <a:ext cx="0" cy="1389888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280160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7552" y="1719072"/>
            <a:ext cx="384048" cy="384048"/>
          </a:xfrm>
          <a:prstGeom prst="ellipse">
            <a:avLst/>
          </a:prstGeom>
          <a:solidFill>
            <a:srgbClr val="EAF1FF"/>
          </a:solidFill>
          <a:ln w="635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81051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1056" y="1517904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{{SUMMARY_1_VI}}</a:t>
            </a:r>
            <a:endParaRPr lang="en-US" sz="2010" dirty="0"/>
          </a:p>
        </p:txBody>
      </p:sp>
      <p:sp>
        <p:nvSpPr>
          <p:cNvPr id="16" name="Text 13"/>
          <p:cNvSpPr/>
          <p:nvPr/>
        </p:nvSpPr>
        <p:spPr>
          <a:xfrm>
            <a:off x="6492240" y="1527048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{{SUMMARY_1_EN}}</a:t>
            </a:r>
            <a:endParaRPr lang="en-US" sz="1840" dirty="0"/>
          </a:p>
        </p:txBody>
      </p:sp>
      <p:sp>
        <p:nvSpPr>
          <p:cNvPr id="17" name="Shape 14"/>
          <p:cNvSpPr/>
          <p:nvPr/>
        </p:nvSpPr>
        <p:spPr>
          <a:xfrm>
            <a:off x="6190488" y="1481328"/>
            <a:ext cx="0" cy="96012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2843784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282696"/>
            <a:ext cx="384048" cy="384048"/>
          </a:xfrm>
          <a:prstGeom prst="ellipse">
            <a:avLst/>
          </a:prstGeom>
          <a:solidFill>
            <a:srgbClr val="EAF1FF"/>
          </a:solidFill>
          <a:ln w="635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374136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91056" y="3081528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{{SUMMARY_2_VI}}</a:t>
            </a:r>
            <a:endParaRPr lang="en-US" sz="2010" dirty="0"/>
          </a:p>
        </p:txBody>
      </p:sp>
      <p:sp>
        <p:nvSpPr>
          <p:cNvPr id="22" name="Text 19"/>
          <p:cNvSpPr/>
          <p:nvPr/>
        </p:nvSpPr>
        <p:spPr>
          <a:xfrm>
            <a:off x="6492240" y="3090672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{{SUMMARY_2_EN}}</a:t>
            </a:r>
            <a:endParaRPr lang="en-US" sz="1840" dirty="0"/>
          </a:p>
        </p:txBody>
      </p:sp>
      <p:sp>
        <p:nvSpPr>
          <p:cNvPr id="23" name="Shape 20"/>
          <p:cNvSpPr/>
          <p:nvPr/>
        </p:nvSpPr>
        <p:spPr>
          <a:xfrm>
            <a:off x="6190488" y="3044952"/>
            <a:ext cx="0" cy="96012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" y="4407408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7552" y="4846320"/>
            <a:ext cx="384048" cy="384048"/>
          </a:xfrm>
          <a:prstGeom prst="ellipse">
            <a:avLst/>
          </a:prstGeom>
          <a:solidFill>
            <a:srgbClr val="EAF1FF"/>
          </a:solidFill>
          <a:ln w="635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937760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591056" y="4645152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{{SUMMARY_3_VI}}</a:t>
            </a:r>
            <a:endParaRPr lang="en-US" sz="2010" dirty="0"/>
          </a:p>
        </p:txBody>
      </p:sp>
      <p:sp>
        <p:nvSpPr>
          <p:cNvPr id="28" name="Text 25"/>
          <p:cNvSpPr/>
          <p:nvPr/>
        </p:nvSpPr>
        <p:spPr>
          <a:xfrm>
            <a:off x="6492240" y="4654296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{{SUMMARY_3_EN}}</a:t>
            </a:r>
            <a:endParaRPr lang="en-US" sz="1840" dirty="0"/>
          </a:p>
        </p:txBody>
      </p:sp>
      <p:sp>
        <p:nvSpPr>
          <p:cNvPr id="29" name="Shape 26"/>
          <p:cNvSpPr/>
          <p:nvPr/>
        </p:nvSpPr>
        <p:spPr>
          <a:xfrm>
            <a:off x="6190488" y="4608576"/>
            <a:ext cx="0" cy="96012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63CD"/>
          </a:solidFill>
          <a:ln w="635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EDB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CLASSROOM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ED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67160" y="201168"/>
            <a:ext cx="301752" cy="301752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56848" y="393192"/>
            <a:ext cx="182880" cy="18288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3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62456"/>
            <a:ext cx="10716768" cy="442569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1673352"/>
            <a:ext cx="370332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1700784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 VỀ NHÀ / TAKE-HOME TASK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88136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097280" y="2606040"/>
            <a:ext cx="9802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{{HOMEWORK_VI}}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1088136" y="3813048"/>
            <a:ext cx="9765792" cy="0"/>
          </a:xfrm>
          <a:prstGeom prst="line">
            <a:avLst/>
          </a:prstGeom>
          <a:noFill/>
          <a:ln w="12700">
            <a:solidFill>
              <a:srgbClr val="CEDB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8136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1097280" y="4370832"/>
            <a:ext cx="9774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{{HOMEWORK_EN}}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6576"/>
            <a:ext cx="2377440" cy="2377440"/>
          </a:xfrm>
          <a:prstGeom prst="hexagon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4773168"/>
            <a:ext cx="1737360" cy="1737360"/>
          </a:xfrm>
          <a:prstGeom prst="hexagon">
            <a:avLst/>
          </a:prstGeom>
          <a:solidFill>
            <a:srgbClr val="3563CD"/>
          </a:solidFill>
          <a:ln w="12700">
            <a:solidFill>
              <a:srgbClr val="3563C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" y="685800"/>
            <a:ext cx="10680192" cy="543153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EDB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88136" y="1078992"/>
            <a:ext cx="3108960" cy="283464"/>
          </a:xfrm>
          <a:prstGeom prst="roundRect">
            <a:avLst>
              <a:gd name="adj" fmla="val 3871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7008" y="1106424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• LESSON COMPLETE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43584" y="1911096"/>
            <a:ext cx="9829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{{THANKS_VI}}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243584" y="2926080"/>
            <a:ext cx="9829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3563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{{THANKS_EN}}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818888" y="4050792"/>
            <a:ext cx="2578608" cy="0"/>
          </a:xfrm>
          <a:prstGeom prst="line">
            <a:avLst/>
          </a:prstGeom>
          <a:noFill/>
          <a:ln w="34290">
            <a:solidFill>
              <a:srgbClr val="3563C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4745736"/>
            <a:ext cx="7635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526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{{FOOTER}}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BiliClass | Chuẩn lớp học</dc:title>
  <dc:subject>Reusable universal educational layouts</dc:subject>
  <dc:creator>BiliClass</dc:creator>
  <cp:lastModifiedBy>BiliClass</cp:lastModifiedBy>
  <cp:revision>1</cp:revision>
  <dcterms:created xsi:type="dcterms:W3CDTF">2026-10-16T02:41:24Z</dcterms:created>
  <dcterms:modified xsi:type="dcterms:W3CDTF">2026-10-16T02:41:24Z</dcterms:modified>
</cp:coreProperties>
</file>