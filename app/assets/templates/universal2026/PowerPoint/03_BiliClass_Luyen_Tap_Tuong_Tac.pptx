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COVER
BILICLASS_SCHEMA: {"biliclass_template":true,"theme":"PRACTICE","layout_id":"COVER","slide_number":1,"slots":["LESSON_TITLE_VI","LESSON_TITLE_EN","SUBJECT","GRADE","TEACHER"],"language_behavior":"mode_responsive"}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INTRO
BILICLASS_SCHEMA: {"biliclass_template":true,"theme":"PRACTICE","layout_id":"INTRO","slide_number":2,"slots":["INTRO_TITLE_VI","INTRO_TITLE_EN","INTRO_TEXT_VI","INTRO_TEXT_EN"],"language_behavior":"mode_responsive"}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ROADMAP
BILICLASS_SCHEMA: {"biliclass_template":true,"theme":"PRACTICE","layout_id":"ROADMAP","slide_number":3,"slots":["SECTION_1_VI","SECTION_1_EN","SECTION_2_VI","SECTION_2_EN","SECTION_3_VI","SECTION_3_EN"],"language_behavior":"mode_responsive"}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OBJECTIVES
BILICLASS_SCHEMA: {"biliclass_template":true,"theme":"PRACTICE","layout_id":"OBJECTIVES","slide_number":4,"slots":["OBJECTIVES_TITLE_VI","OBJECTIVES_TITLE_EN","OBJECTIVE_1_VI","OBJECTIVE_1_EN","OBJECTIVE_2_VI","OBJECTIVE_2_EN","OBJECTIVE_3_VI","OBJECTIVE_3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SECTION
BILICLASS_SCHEMA: {"biliclass_template":true,"theme":"PRACTICE","layout_id":"SECTION","slide_number":5,"slots":["SECTION_TITLE_VI","SECTION_TITLE_EN","SECTION_NUMBER"],"language_behavior":"mode_responsive"}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TITLE_ONLY
BILICLASS_SCHEMA: {"biliclass_template":true,"theme":"PRACTICE","layout_id":"TITLE_ONLY","slide_number":6,"slots":["TITLE_VI","TITLE_EN"],"language_behavior":"mode_responsive"}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TWO_COLUMNS
BILICLASS_SCHEMA: {"biliclass_template":true,"theme":"PRACTICE","layout_id":"TWO_COLUMNS","slide_number":7,"slots":["TITLE_VI","TITLE_EN","BODY_1_VI","BODY_1_EN","BODY_2_VI","BODY_2_EN"],"language_behavior":"two_columns"}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STACKED
BILICLASS_SCHEMA: {"biliclass_template":true,"theme":"PRACTICE","layout_id":"STACKED","slide_number":8,"slots":["TITLE_VI","TITLE_EN","PAIR_1_VI","PAIR_1_EN","PAIR_2_VI","PAIR_2_EN"],"language_behavior":"sentence_pairs"}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KEYWORD
BILICLASS_SCHEMA: {"biliclass_template":true,"theme":"PRACTICE","layout_id":"KEYWORD","slide_number":9,"slots":["TITLE_VI","TITLE_EN","KEYWORD_BODY_VI_EN"],"language_behavior":"keyword_integration"}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ENGLISH
BILICLASS_SCHEMA: {"biliclass_template":true,"theme":"PRACTICE","layout_id":"ENGLISH","slide_number":10,"slots":["TITLE_EN","ENGLISH_BODY"],"language_behavior":"english_only"}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THEORY
BILICLASS_SCHEMA: {"biliclass_template":true,"theme":"PRACTICE","layout_id":"THEORY","slide_number":11,"slots":["TITLE_VI","TITLE_EN","TEXT_VI","TEXT_EN"],"language_behavior":"mode_responsive"}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IMAGE_TEXT
BILICLASS_SCHEMA: {"biliclass_template":true,"theme":"PRACTICE","layout_id":"IMAGE_TEXT","slide_number":12,"slots":["TITLE_VI","TITLE_EN","IMAGE_SOURCE","CAPTION_VI","CAPTION_EN","EXPLANATION_VI","EXPLANATION_EN"],"language_behavior":"mode_responsive"}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FORMULA
BILICLASS_SCHEMA: {"biliclass_template":true,"theme":"PRACTICE","layout_id":"FORMULA","slide_number":13,"slots":["TITLE_VI","TITLE_EN","FORMULA_SOURCE","EXPLANATION_VI","EXPLANATION_EN"],"language_behavior":"mode_responsive"}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PROCESS
BILICLASS_SCHEMA: {"biliclass_template":true,"theme":"PRACTICE","layout_id":"PROCESS","slide_number":14,"slots":["TITLE_VI","TITLE_EN","STEP_1_VI","STEP_1_EN","STEP_2_VI","STEP_2_EN","STEP_3_VI","STEP_3_EN"],"language_behavior":"mode_responsive"}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COMPARISON
BILICLASS_SCHEMA: {"biliclass_template":true,"theme":"PRACTICE","layout_id":"COMPARISON","slide_number":15,"slots":["TITLE_VI","TITLE_EN","ITEM_A_VI","ITEM_A_EN","ITEM_B_VI","ITEM_B_EN"],"language_behavior":"mode_responsive"}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TABLE
BILICLASS_SCHEMA: {"biliclass_template":true,"theme":"PRACTICE","layout_id":"TABLE","slide_number":16,"slots":["TITLE_VI","TITLE_EN","TABLE_SOURCE"],"language_behavior":"mode_responsive"}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GROUP_WORK
BILICLASS_SCHEMA: {"biliclass_template":true,"theme":"PRACTICE","layout_id":"GROUP_WORK","slide_number":17,"slots":["TITLE_VI","TITLE_EN","TASK_VI","TASK_EN","TIME"],"language_behavior":"mode_responsive"}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EXERCISE
BILICLASS_SCHEMA: {"biliclass_template":true,"theme":"PRACTICE","layout_id":"EXERCISE","slide_number":18,"slots":["TITLE_VI","TITLE_EN","QUESTION_VI","QUESTION_EN","SOLUTION_VI","SOLUTION_EN"],"language_behavior":"mode_responsive"}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QUIZ
BILICLASS_SCHEMA: {"biliclass_template":true,"theme":"PRACTICE","layout_id":"QUIZ","slide_number":19,"slots":["TITLE_VI","TITLE_EN","QUESTION_VI","QUESTION_EN","OPTION_A_VI","OPTION_A_EN","OPTION_B_VI","OPTION_B_EN","OPTION_C_VI","OPTION_C_EN","OPTION_D_VI","OPTION_D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QUIZ_REVEAL
BILICLASS_SCHEMA: {"biliclass_template":true,"theme":"PRACTICE","layout_id":"QUIZ_REVEAL","slide_number":20,"slots":["TITLE_VI","TITLE_EN","CORRECT_ANSWER","EXPLANATION_VI","EXPLANATION_EN"],"language_behavior":"mode_responsive"}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SUMMARY
BILICLASS_SCHEMA: {"biliclass_template":true,"theme":"PRACTICE","layout_id":"SUMMARY","slide_number":21,"slots":["TITLE_VI","TITLE_EN","SUMMARY_1_VI","SUMMARY_1_EN","SUMMARY_2_VI","SUMMARY_2_EN","SUMMARY_3_VI","SUMMARY_3_EN"],"language_behavior":"mode_responsive"}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HOMEWORK
BILICLASS_SCHEMA: {"biliclass_template":true,"theme":"PRACTICE","layout_id":"HOMEWORK","slide_number":22,"slots":["TITLE_VI","TITLE_EN","HOMEWORK_VI","HOMEWORK_EN"],"language_behavior":"mode_responsive"}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BILICLASS_TEMPLATE_LAYOUT: THANK_YOU
BILICLASS_SCHEMA: {"biliclass_template":true,"theme":"PRACTICE","layout_id":"THANK_YOU","slide_number":23,"slots":["THANKS_VI","THANKS_EN","FOOTER"],"language_behavior":"mode_responsive"}
BILICLASS_NOTES:
VI: {{SPEAKER_NOTES_VI}}
EN: {{SPEAKER_NOTES_EN}}
CHECK: {{REVIEW_NOTES}}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33888" y="45720"/>
            <a:ext cx="1554480" cy="1554480"/>
          </a:xfrm>
          <a:prstGeom prst="ellipse">
            <a:avLst/>
          </a:prstGeom>
          <a:solidFill>
            <a:srgbClr val="F07976"/>
          </a:solidFill>
          <a:ln w="6350">
            <a:solidFill>
              <a:srgbClr val="F0797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15016" y="5266944"/>
            <a:ext cx="1499616" cy="1499616"/>
          </a:xfrm>
          <a:prstGeom prst="ellipse">
            <a:avLst/>
          </a:prstGeom>
          <a:solidFill>
            <a:srgbClr val="F6C96D"/>
          </a:solidFill>
          <a:ln w="6350">
            <a:solidFill>
              <a:srgbClr val="F6C96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" y="5239512"/>
            <a:ext cx="1508760" cy="1508760"/>
          </a:xfrm>
          <a:prstGeom prst="ellipse">
            <a:avLst/>
          </a:prstGeom>
          <a:solidFill>
            <a:srgbClr val="66C6B4"/>
          </a:solidFill>
          <a:ln w="6350">
            <a:solidFill>
              <a:srgbClr val="66C6B4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704088"/>
            <a:ext cx="822960" cy="73152"/>
          </a:xfrm>
          <a:prstGeom prst="roundRect">
            <a:avLst>
              <a:gd name="adj" fmla="val 225000"/>
            </a:avLst>
          </a:prstGeom>
          <a:solidFill>
            <a:srgbClr val="8060CD"/>
          </a:solidFill>
          <a:ln w="12700">
            <a:solidFill>
              <a:srgbClr val="8060C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4944" y="94183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 /  PRACTICE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94944" y="1847088"/>
            <a:ext cx="7818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100" b="1" dirty="0">
                <a:solidFill>
                  <a:srgbClr val="302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{{LESSON_TITLE_VI}}</a:t>
            </a:r>
            <a:endParaRPr lang="en-US" sz="4100" dirty="0"/>
          </a:p>
        </p:txBody>
      </p:sp>
      <p:sp>
        <p:nvSpPr>
          <p:cNvPr id="9" name="Text 6"/>
          <p:cNvSpPr/>
          <p:nvPr/>
        </p:nvSpPr>
        <p:spPr>
          <a:xfrm>
            <a:off x="704088" y="2871216"/>
            <a:ext cx="7754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{{LESSON_TITLE_EN}}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704088" y="3703320"/>
            <a:ext cx="7754112" cy="0"/>
          </a:xfrm>
          <a:prstGeom prst="line">
            <a:avLst/>
          </a:prstGeom>
          <a:noFill/>
          <a:ln w="15875">
            <a:solidFill>
              <a:srgbClr val="E4DBF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4096512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{{SUBJECT}}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877056" y="409651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{{GRADE}}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13232" y="4700016"/>
            <a:ext cx="5779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{{TEACHER}}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979408" y="1463040"/>
            <a:ext cx="1600200" cy="1600200"/>
          </a:xfrm>
          <a:prstGeom prst="ellipse">
            <a:avLst/>
          </a:prstGeom>
          <a:solidFill>
            <a:srgbClr val="8060CD"/>
          </a:solidFill>
          <a:ln w="6350">
            <a:solidFill>
              <a:srgbClr val="8060CD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656064" y="2130552"/>
            <a:ext cx="1600200" cy="1600200"/>
          </a:xfrm>
          <a:prstGeom prst="ellipse">
            <a:avLst/>
          </a:prstGeom>
          <a:solidFill>
            <a:srgbClr val="F07976"/>
          </a:solidFill>
          <a:ln w="6350">
            <a:solidFill>
              <a:srgbClr val="F07976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332720" y="2798064"/>
            <a:ext cx="1600200" cy="1600200"/>
          </a:xfrm>
          <a:prstGeom prst="ellipse">
            <a:avLst/>
          </a:prstGeom>
          <a:solidFill>
            <a:srgbClr val="F6C96D"/>
          </a:solidFill>
          <a:ln w="6350">
            <a:solidFill>
              <a:srgbClr val="F6C96D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326880" y="4288536"/>
            <a:ext cx="1837944" cy="530352"/>
          </a:xfrm>
          <a:prstGeom prst="roundRect">
            <a:avLst>
              <a:gd name="adj" fmla="val 31034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418320" y="4443984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 • TRY • GROW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713232" y="6236208"/>
            <a:ext cx="6629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UNIVERSAL DESIGN  •  16:9</a:t>
            </a:r>
            <a:endParaRPr lang="en-US" sz="9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8060CD"/>
          </a:solidFill>
          <a:ln w="6350">
            <a:solidFill>
              <a:srgbClr val="8060C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E4DB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PRACTICE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E4DB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58016" y="256032"/>
            <a:ext cx="201168" cy="201168"/>
          </a:xfrm>
          <a:prstGeom prst="ellipse">
            <a:avLst/>
          </a:prstGeom>
          <a:solidFill>
            <a:srgbClr val="F07976"/>
          </a:solidFill>
          <a:ln w="6350">
            <a:solidFill>
              <a:srgbClr val="F0797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0" y="484632"/>
            <a:ext cx="109728" cy="109728"/>
          </a:xfrm>
          <a:prstGeom prst="ellipse">
            <a:avLst/>
          </a:prstGeom>
          <a:solidFill>
            <a:srgbClr val="66C6B4"/>
          </a:solidFill>
          <a:ln w="6350">
            <a:solidFill>
              <a:srgbClr val="66C6B4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302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{{INTRO_TITLE_VI}}</a:t>
            </a:r>
            <a:endParaRPr lang="en-US" sz="2660" dirty="0"/>
          </a:p>
        </p:txBody>
      </p:sp>
      <p:sp>
        <p:nvSpPr>
          <p:cNvPr id="11" name="Text 8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{{INTRO_TITLE_EN}}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58368" y="1307592"/>
            <a:ext cx="7360920" cy="444398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96112" y="1554480"/>
            <a:ext cx="2148840" cy="283464"/>
          </a:xfrm>
          <a:prstGeom prst="roundRect">
            <a:avLst>
              <a:gd name="adj" fmla="val 38710"/>
            </a:avLst>
          </a:prstGeom>
          <a:solidFill>
            <a:srgbClr val="F6F2FD"/>
          </a:solidFill>
          <a:ln w="12700">
            <a:solidFill>
              <a:srgbClr val="F6F2F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14984" y="1581912"/>
            <a:ext cx="1929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GIỚI THIỆU / INTRO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941832" y="2048256"/>
            <a:ext cx="66568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302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{{INTRO_TEXT_VI}}</a:t>
            </a:r>
            <a:endParaRPr lang="en-US" sz="2500" dirty="0"/>
          </a:p>
        </p:txBody>
      </p:sp>
      <p:sp>
        <p:nvSpPr>
          <p:cNvPr id="16" name="Shape 13"/>
          <p:cNvSpPr/>
          <p:nvPr/>
        </p:nvSpPr>
        <p:spPr>
          <a:xfrm>
            <a:off x="932688" y="3593592"/>
            <a:ext cx="6647688" cy="0"/>
          </a:xfrm>
          <a:prstGeom prst="line">
            <a:avLst/>
          </a:prstGeom>
          <a:noFill/>
          <a:ln w="12700">
            <a:solidFill>
              <a:srgbClr val="E4DBF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41832" y="3904488"/>
            <a:ext cx="6647688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{{INTRO_TEXT_EN}}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8257032" y="1316736"/>
            <a:ext cx="3246120" cy="4434840"/>
          </a:xfrm>
          <a:prstGeom prst="roundRect">
            <a:avLst>
              <a:gd name="adj" fmla="val 5070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381744" y="2084832"/>
            <a:ext cx="1005840" cy="1005840"/>
          </a:xfrm>
          <a:prstGeom prst="ellipse">
            <a:avLst/>
          </a:prstGeom>
          <a:solidFill>
            <a:srgbClr val="F6F2FD"/>
          </a:solidFill>
          <a:ln w="6350">
            <a:solidFill>
              <a:srgbClr val="F6F2FD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56064" y="23042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8732520" y="37033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302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</a:t>
            </a:r>
            <a:endParaRPr lang="en-US" sz="2300" dirty="0"/>
          </a:p>
        </p:txBody>
      </p:sp>
      <p:sp>
        <p:nvSpPr>
          <p:cNvPr id="22" name="Text 19"/>
          <p:cNvSpPr/>
          <p:nvPr/>
        </p:nvSpPr>
        <p:spPr>
          <a:xfrm>
            <a:off x="8586216" y="4187952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TOGETHER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8060CD"/>
          </a:solidFill>
          <a:ln w="6350">
            <a:solidFill>
              <a:srgbClr val="8060C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E4DB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PRACTICE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E4DB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58016" y="256032"/>
            <a:ext cx="201168" cy="201168"/>
          </a:xfrm>
          <a:prstGeom prst="ellipse">
            <a:avLst/>
          </a:prstGeom>
          <a:solidFill>
            <a:srgbClr val="F07976"/>
          </a:solidFill>
          <a:ln w="6350">
            <a:solidFill>
              <a:srgbClr val="F0797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0" y="484632"/>
            <a:ext cx="109728" cy="109728"/>
          </a:xfrm>
          <a:prstGeom prst="ellipse">
            <a:avLst/>
          </a:prstGeom>
          <a:solidFill>
            <a:srgbClr val="66C6B4"/>
          </a:solidFill>
          <a:ln w="6350">
            <a:solidFill>
              <a:srgbClr val="66C6B4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302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{{SECTION_1_VI}}</a:t>
            </a:r>
            <a:endParaRPr lang="en-US" sz="2660" dirty="0"/>
          </a:p>
        </p:txBody>
      </p:sp>
      <p:sp>
        <p:nvSpPr>
          <p:cNvPr id="11" name="Text 8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{{SECTION_1_EN}}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04088" y="1572768"/>
            <a:ext cx="3575304" cy="4187952"/>
          </a:xfrm>
          <a:prstGeom prst="roundRect">
            <a:avLst>
              <a:gd name="adj" fmla="val 4604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50976" y="1837944"/>
            <a:ext cx="484632" cy="484632"/>
          </a:xfrm>
          <a:prstGeom prst="ellipse">
            <a:avLst/>
          </a:prstGeom>
          <a:solidFill>
            <a:srgbClr val="8060CD"/>
          </a:solidFill>
          <a:ln w="6350">
            <a:solidFill>
              <a:srgbClr val="8060CD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9848" y="1975104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41832" y="2743200"/>
            <a:ext cx="3081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302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{{SECTION_1_VI}}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941832" y="3675888"/>
            <a:ext cx="3063240" cy="0"/>
          </a:xfrm>
          <a:prstGeom prst="line">
            <a:avLst/>
          </a:prstGeom>
          <a:noFill/>
          <a:ln w="12700">
            <a:solidFill>
              <a:srgbClr val="E4DBF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41832" y="4050792"/>
            <a:ext cx="3081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{{SECTION_1_EN}}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4562856" y="1572768"/>
            <a:ext cx="3575304" cy="4187952"/>
          </a:xfrm>
          <a:prstGeom prst="roundRect">
            <a:avLst>
              <a:gd name="adj" fmla="val 4604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809744" y="1837944"/>
            <a:ext cx="484632" cy="484632"/>
          </a:xfrm>
          <a:prstGeom prst="ellipse">
            <a:avLst/>
          </a:prstGeom>
          <a:solidFill>
            <a:srgbClr val="F07976"/>
          </a:solidFill>
          <a:ln w="6350">
            <a:solidFill>
              <a:srgbClr val="F07976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28616" y="1975104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00600" y="2743200"/>
            <a:ext cx="3081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302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{{SECTION_2_VI}}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4800600" y="3675888"/>
            <a:ext cx="3063240" cy="0"/>
          </a:xfrm>
          <a:prstGeom prst="line">
            <a:avLst/>
          </a:prstGeom>
          <a:noFill/>
          <a:ln w="12700">
            <a:solidFill>
              <a:srgbClr val="E4DBF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00600" y="4050792"/>
            <a:ext cx="3081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{{SECTION_2_EN}}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8421624" y="1572768"/>
            <a:ext cx="3575304" cy="4187952"/>
          </a:xfrm>
          <a:prstGeom prst="roundRect">
            <a:avLst>
              <a:gd name="adj" fmla="val 4604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668512" y="1837944"/>
            <a:ext cx="484632" cy="484632"/>
          </a:xfrm>
          <a:prstGeom prst="ellipse">
            <a:avLst/>
          </a:prstGeom>
          <a:solidFill>
            <a:srgbClr val="F8B5C0"/>
          </a:solidFill>
          <a:ln w="6350">
            <a:solidFill>
              <a:srgbClr val="F8B5C0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787384" y="1975104"/>
            <a:ext cx="256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659368" y="2743200"/>
            <a:ext cx="3081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302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{{SECTION_3_VI}}</a:t>
            </a:r>
            <a:endParaRPr lang="en-US" sz="2100" dirty="0"/>
          </a:p>
        </p:txBody>
      </p:sp>
      <p:sp>
        <p:nvSpPr>
          <p:cNvPr id="28" name="Shape 25"/>
          <p:cNvSpPr/>
          <p:nvPr/>
        </p:nvSpPr>
        <p:spPr>
          <a:xfrm>
            <a:off x="8659368" y="3675888"/>
            <a:ext cx="3063240" cy="0"/>
          </a:xfrm>
          <a:prstGeom prst="line">
            <a:avLst/>
          </a:prstGeom>
          <a:noFill/>
          <a:ln w="12700">
            <a:solidFill>
              <a:srgbClr val="E4DBF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659368" y="4050792"/>
            <a:ext cx="3081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{{SECTION_3_EN}}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8060CD"/>
          </a:solidFill>
          <a:ln w="6350">
            <a:solidFill>
              <a:srgbClr val="8060C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E4DB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PRACTICE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E4DB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58016" y="256032"/>
            <a:ext cx="201168" cy="201168"/>
          </a:xfrm>
          <a:prstGeom prst="ellipse">
            <a:avLst/>
          </a:prstGeom>
          <a:solidFill>
            <a:srgbClr val="F07976"/>
          </a:solidFill>
          <a:ln w="6350">
            <a:solidFill>
              <a:srgbClr val="F0797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0" y="484632"/>
            <a:ext cx="109728" cy="109728"/>
          </a:xfrm>
          <a:prstGeom prst="ellipse">
            <a:avLst/>
          </a:prstGeom>
          <a:solidFill>
            <a:srgbClr val="66C6B4"/>
          </a:solidFill>
          <a:ln w="6350">
            <a:solidFill>
              <a:srgbClr val="66C6B4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302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{{OBJECTIVES_TITLE_VI}}</a:t>
            </a:r>
            <a:endParaRPr lang="en-US" sz="2660" dirty="0"/>
          </a:p>
        </p:txBody>
      </p:sp>
      <p:sp>
        <p:nvSpPr>
          <p:cNvPr id="11" name="Text 8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{{OBJECTIVES_TITLE_EN}}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22376" y="1307592"/>
            <a:ext cx="10780776" cy="139903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04672" y="1426464"/>
            <a:ext cx="585216" cy="566928"/>
          </a:xfrm>
          <a:prstGeom prst="roundRect">
            <a:avLst>
              <a:gd name="adj" fmla="val 29032"/>
            </a:avLst>
          </a:prstGeom>
          <a:solidFill>
            <a:srgbClr val="F6F2FD"/>
          </a:solidFill>
          <a:ln w="12700">
            <a:solidFill>
              <a:srgbClr val="F6F2F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46404" y="160934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609344" y="1572768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302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{{OBJECTIVE_1_VI}}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409944" y="1563624"/>
            <a:ext cx="46542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{{OBJECTIVE_1_EN}}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181344" y="1508760"/>
            <a:ext cx="0" cy="987552"/>
          </a:xfrm>
          <a:prstGeom prst="line">
            <a:avLst/>
          </a:prstGeom>
          <a:noFill/>
          <a:ln w="12700">
            <a:solidFill>
              <a:srgbClr val="E4DB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22376" y="2971800"/>
            <a:ext cx="10780776" cy="139903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4672" y="3090672"/>
            <a:ext cx="585216" cy="566928"/>
          </a:xfrm>
          <a:prstGeom prst="roundRect">
            <a:avLst>
              <a:gd name="adj" fmla="val 29032"/>
            </a:avLst>
          </a:prstGeom>
          <a:solidFill>
            <a:srgbClr val="F6F2FD"/>
          </a:solidFill>
          <a:ln w="12700">
            <a:solidFill>
              <a:srgbClr val="F6F2F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46404" y="3273552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609344" y="3236976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302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{{OBJECTIVE_2_VI}}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409944" y="3227832"/>
            <a:ext cx="46542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{{OBJECTIVE_2_EN}}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6181344" y="3172968"/>
            <a:ext cx="0" cy="987552"/>
          </a:xfrm>
          <a:prstGeom prst="line">
            <a:avLst/>
          </a:prstGeom>
          <a:noFill/>
          <a:ln w="12700">
            <a:solidFill>
              <a:srgbClr val="E4DBF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22376" y="4636008"/>
            <a:ext cx="10780776" cy="139903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04672" y="4754880"/>
            <a:ext cx="585216" cy="566928"/>
          </a:xfrm>
          <a:prstGeom prst="roundRect">
            <a:avLst>
              <a:gd name="adj" fmla="val 29032"/>
            </a:avLst>
          </a:prstGeom>
          <a:solidFill>
            <a:srgbClr val="F6F2FD"/>
          </a:solidFill>
          <a:ln w="12700">
            <a:solidFill>
              <a:srgbClr val="F6F2F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46404" y="4937760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609344" y="4901184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302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{{OBJECTIVE_3_VI}}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6409944" y="4892040"/>
            <a:ext cx="46542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{{OBJECTIVE_3_EN}}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6181344" y="4837176"/>
            <a:ext cx="0" cy="987552"/>
          </a:xfrm>
          <a:prstGeom prst="line">
            <a:avLst/>
          </a:prstGeom>
          <a:noFill/>
          <a:ln w="12700">
            <a:solidFill>
              <a:srgbClr val="E4DBF2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33888" y="45720"/>
            <a:ext cx="1554480" cy="1554480"/>
          </a:xfrm>
          <a:prstGeom prst="ellipse">
            <a:avLst/>
          </a:prstGeom>
          <a:solidFill>
            <a:srgbClr val="F07976"/>
          </a:solidFill>
          <a:ln w="6350">
            <a:solidFill>
              <a:srgbClr val="F0797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15016" y="5266944"/>
            <a:ext cx="1499616" cy="1499616"/>
          </a:xfrm>
          <a:prstGeom prst="ellipse">
            <a:avLst/>
          </a:prstGeom>
          <a:solidFill>
            <a:srgbClr val="F6C96D"/>
          </a:solidFill>
          <a:ln w="6350">
            <a:solidFill>
              <a:srgbClr val="F6C96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" y="5239512"/>
            <a:ext cx="1508760" cy="1508760"/>
          </a:xfrm>
          <a:prstGeom prst="ellipse">
            <a:avLst/>
          </a:prstGeom>
          <a:solidFill>
            <a:srgbClr val="66C6B4"/>
          </a:solidFill>
          <a:ln w="6350">
            <a:solidFill>
              <a:srgbClr val="66C6B4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58952" y="1197864"/>
            <a:ext cx="2194560" cy="283464"/>
          </a:xfrm>
          <a:prstGeom prst="roundRect">
            <a:avLst>
              <a:gd name="adj" fmla="val 38710"/>
            </a:avLst>
          </a:prstGeom>
          <a:solidFill>
            <a:srgbClr val="F6F2FD"/>
          </a:solidFill>
          <a:ln w="12700">
            <a:solidFill>
              <a:srgbClr val="F6F2F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7824" y="1225296"/>
            <a:ext cx="1975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/ CHAPTER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22376" y="1828800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{{SECTION_NUMBER}}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749808" y="2496312"/>
            <a:ext cx="95097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{{SECTION_TITLE_VI}}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68096" y="3483864"/>
            <a:ext cx="95097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{{SECTION_TITLE_EN}}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768096" y="4745736"/>
            <a:ext cx="7589520" cy="0"/>
          </a:xfrm>
          <a:prstGeom prst="line">
            <a:avLst/>
          </a:prstGeom>
          <a:noFill/>
          <a:ln w="38100">
            <a:solidFill>
              <a:srgbClr val="8060CD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33888" y="45720"/>
            <a:ext cx="1554480" cy="1554480"/>
          </a:xfrm>
          <a:prstGeom prst="ellipse">
            <a:avLst/>
          </a:prstGeom>
          <a:solidFill>
            <a:srgbClr val="F07976"/>
          </a:solidFill>
          <a:ln w="6350">
            <a:solidFill>
              <a:srgbClr val="F0797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15016" y="5266944"/>
            <a:ext cx="1499616" cy="1499616"/>
          </a:xfrm>
          <a:prstGeom prst="ellipse">
            <a:avLst/>
          </a:prstGeom>
          <a:solidFill>
            <a:srgbClr val="F6C96D"/>
          </a:solidFill>
          <a:ln w="6350">
            <a:solidFill>
              <a:srgbClr val="F6C96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" y="5239512"/>
            <a:ext cx="1508760" cy="1508760"/>
          </a:xfrm>
          <a:prstGeom prst="ellipse">
            <a:avLst/>
          </a:prstGeom>
          <a:solidFill>
            <a:srgbClr val="66C6B4"/>
          </a:solidFill>
          <a:ln w="6350">
            <a:solidFill>
              <a:srgbClr val="66C6B4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6384" y="786384"/>
            <a:ext cx="10625328" cy="5257800"/>
          </a:xfrm>
          <a:prstGeom prst="roundRect">
            <a:avLst>
              <a:gd name="adj" fmla="val 3130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97280" y="1143000"/>
            <a:ext cx="2450592" cy="283464"/>
          </a:xfrm>
          <a:prstGeom prst="roundRect">
            <a:avLst>
              <a:gd name="adj" fmla="val 38710"/>
            </a:avLst>
          </a:prstGeom>
          <a:solidFill>
            <a:srgbClr val="F6F2FD"/>
          </a:solidFill>
          <a:ln w="12700">
            <a:solidFill>
              <a:srgbClr val="F6F2F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16152" y="1170432"/>
            <a:ext cx="22311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SECTION / CHỦ ĐỀ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280160" y="2176272"/>
            <a:ext cx="95554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3900" dirty="0"/>
          </a:p>
        </p:txBody>
      </p:sp>
      <p:sp>
        <p:nvSpPr>
          <p:cNvPr id="10" name="Text 7"/>
          <p:cNvSpPr/>
          <p:nvPr/>
        </p:nvSpPr>
        <p:spPr>
          <a:xfrm>
            <a:off x="1280160" y="3127248"/>
            <a:ext cx="9555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2900" dirty="0"/>
          </a:p>
        </p:txBody>
      </p:sp>
      <p:sp>
        <p:nvSpPr>
          <p:cNvPr id="11" name="Shape 8"/>
          <p:cNvSpPr/>
          <p:nvPr/>
        </p:nvSpPr>
        <p:spPr>
          <a:xfrm>
            <a:off x="5102352" y="4233672"/>
            <a:ext cx="2011680" cy="0"/>
          </a:xfrm>
          <a:prstGeom prst="line">
            <a:avLst/>
          </a:prstGeom>
          <a:noFill/>
          <a:ln w="31750">
            <a:solidFill>
              <a:srgbClr val="8060CD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8060CD"/>
          </a:solidFill>
          <a:ln w="6350">
            <a:solidFill>
              <a:srgbClr val="8060C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E4DB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PRACTICE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E4DB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58016" y="256032"/>
            <a:ext cx="201168" cy="201168"/>
          </a:xfrm>
          <a:prstGeom prst="ellipse">
            <a:avLst/>
          </a:prstGeom>
          <a:solidFill>
            <a:srgbClr val="F07976"/>
          </a:solidFill>
          <a:ln w="6350">
            <a:solidFill>
              <a:srgbClr val="F0797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0" y="484632"/>
            <a:ext cx="109728" cy="109728"/>
          </a:xfrm>
          <a:prstGeom prst="ellipse">
            <a:avLst/>
          </a:prstGeom>
          <a:solidFill>
            <a:srgbClr val="66C6B4"/>
          </a:solidFill>
          <a:ln w="6350">
            <a:solidFill>
              <a:srgbClr val="66C6B4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302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1" name="Text 8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94944" y="1307592"/>
            <a:ext cx="5285232" cy="4517136"/>
          </a:xfrm>
          <a:prstGeom prst="roundRect">
            <a:avLst>
              <a:gd name="adj" fmla="val 3644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90488" y="1307592"/>
            <a:ext cx="5294376" cy="4517136"/>
          </a:xfrm>
          <a:prstGeom prst="roundRect">
            <a:avLst>
              <a:gd name="adj" fmla="val 3644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60120" y="1554480"/>
            <a:ext cx="1764792" cy="283464"/>
          </a:xfrm>
          <a:prstGeom prst="roundRect">
            <a:avLst>
              <a:gd name="adj" fmla="val 38710"/>
            </a:avLst>
          </a:prstGeom>
          <a:solidFill>
            <a:srgbClr val="F6F2FD"/>
          </a:solidFill>
          <a:ln w="12700">
            <a:solidFill>
              <a:srgbClr val="F6F2F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78992" y="1581912"/>
            <a:ext cx="1545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VIỆT NAM / VI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455664" y="1554480"/>
            <a:ext cx="1783080" cy="283464"/>
          </a:xfrm>
          <a:prstGeom prst="roundRect">
            <a:avLst>
              <a:gd name="adj" fmla="val 38710"/>
            </a:avLst>
          </a:prstGeom>
          <a:solidFill>
            <a:srgbClr val="F6F2FD"/>
          </a:solidFill>
          <a:ln w="12700">
            <a:solidFill>
              <a:srgbClr val="F6F2F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74536" y="1581912"/>
            <a:ext cx="1563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/ EN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987552" y="2011680"/>
            <a:ext cx="472744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dirty="0">
                <a:solidFill>
                  <a:srgbClr val="302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{{BODY_1_VI}}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6473952" y="2011680"/>
            <a:ext cx="467258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302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{{BODY_1_EN}}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987552" y="3493008"/>
            <a:ext cx="4690872" cy="0"/>
          </a:xfrm>
          <a:prstGeom prst="line">
            <a:avLst/>
          </a:prstGeom>
          <a:noFill/>
          <a:ln w="12700">
            <a:solidFill>
              <a:srgbClr val="E4DBF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73952" y="3493008"/>
            <a:ext cx="4690872" cy="0"/>
          </a:xfrm>
          <a:prstGeom prst="line">
            <a:avLst/>
          </a:prstGeom>
          <a:noFill/>
          <a:ln w="12700">
            <a:solidFill>
              <a:srgbClr val="E4DB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87552" y="3858768"/>
            <a:ext cx="470001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{{BODY_2_VI}}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473952" y="3858768"/>
            <a:ext cx="470001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{{BODY_2_EN}}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8060CD"/>
          </a:solidFill>
          <a:ln w="6350">
            <a:solidFill>
              <a:srgbClr val="8060C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E4DB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PRACTICE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E4DB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58016" y="256032"/>
            <a:ext cx="201168" cy="201168"/>
          </a:xfrm>
          <a:prstGeom prst="ellipse">
            <a:avLst/>
          </a:prstGeom>
          <a:solidFill>
            <a:srgbClr val="F07976"/>
          </a:solidFill>
          <a:ln w="6350">
            <a:solidFill>
              <a:srgbClr val="F0797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0" y="484632"/>
            <a:ext cx="109728" cy="109728"/>
          </a:xfrm>
          <a:prstGeom prst="ellipse">
            <a:avLst/>
          </a:prstGeom>
          <a:solidFill>
            <a:srgbClr val="66C6B4"/>
          </a:solidFill>
          <a:ln w="6350">
            <a:solidFill>
              <a:srgbClr val="66C6B4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302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1" name="Text 8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40664" y="1316736"/>
            <a:ext cx="10716768" cy="2048256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05840" y="1517904"/>
            <a:ext cx="1901952" cy="283464"/>
          </a:xfrm>
          <a:prstGeom prst="roundRect">
            <a:avLst>
              <a:gd name="adj" fmla="val 38710"/>
            </a:avLst>
          </a:prstGeom>
          <a:solidFill>
            <a:srgbClr val="F6F2FD"/>
          </a:solidFill>
          <a:ln w="12700">
            <a:solidFill>
              <a:srgbClr val="F6F2F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24712" y="1545336"/>
            <a:ext cx="1682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CẶP 1 / PAIR 1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033272" y="1874520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{{PAIR_1_VI}}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033272" y="2542032"/>
            <a:ext cx="9976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{{PAIR_1_EN}}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740664" y="3584448"/>
            <a:ext cx="10716768" cy="2048256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05840" y="3785616"/>
            <a:ext cx="1901952" cy="283464"/>
          </a:xfrm>
          <a:prstGeom prst="roundRect">
            <a:avLst>
              <a:gd name="adj" fmla="val 38710"/>
            </a:avLst>
          </a:prstGeom>
          <a:solidFill>
            <a:srgbClr val="F6F2FD"/>
          </a:solidFill>
          <a:ln w="12700">
            <a:solidFill>
              <a:srgbClr val="F6F2F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24712" y="3813048"/>
            <a:ext cx="1682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CẶP 2 / PAIR 2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33272" y="4142232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{{PAIR_2_VI}}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1033272" y="4809744"/>
            <a:ext cx="9976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{{PAIR_2_EN}}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8060CD"/>
          </a:solidFill>
          <a:ln w="6350">
            <a:solidFill>
              <a:srgbClr val="8060C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E4DB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PRACTICE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E4DB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58016" y="256032"/>
            <a:ext cx="201168" cy="201168"/>
          </a:xfrm>
          <a:prstGeom prst="ellipse">
            <a:avLst/>
          </a:prstGeom>
          <a:solidFill>
            <a:srgbClr val="F07976"/>
          </a:solidFill>
          <a:ln w="6350">
            <a:solidFill>
              <a:srgbClr val="F0797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0" y="484632"/>
            <a:ext cx="109728" cy="109728"/>
          </a:xfrm>
          <a:prstGeom prst="ellipse">
            <a:avLst/>
          </a:prstGeom>
          <a:solidFill>
            <a:srgbClr val="66C6B4"/>
          </a:solidFill>
          <a:ln w="6350">
            <a:solidFill>
              <a:srgbClr val="66C6B4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302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1" name="Text 8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22376" y="1316736"/>
            <a:ext cx="10716768" cy="4507992"/>
          </a:xfrm>
          <a:prstGeom prst="roundRect">
            <a:avLst>
              <a:gd name="adj" fmla="val 3651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14984" y="1618488"/>
            <a:ext cx="2468880" cy="283464"/>
          </a:xfrm>
          <a:prstGeom prst="roundRect">
            <a:avLst>
              <a:gd name="adj" fmla="val 38710"/>
            </a:avLst>
          </a:prstGeom>
          <a:solidFill>
            <a:srgbClr val="F6F2FD"/>
          </a:solidFill>
          <a:ln w="12700">
            <a:solidFill>
              <a:srgbClr val="F6F2F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33856" y="1645920"/>
            <a:ext cx="22494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TỪ KHÓA / KEY TERMS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060704" y="2368296"/>
            <a:ext cx="995781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302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{{KEYWORD_BODY_VI_EN}}</a:t>
            </a:r>
            <a:endParaRPr lang="en-US" sz="2800" dirty="0"/>
          </a:p>
        </p:txBody>
      </p:sp>
      <p:sp>
        <p:nvSpPr>
          <p:cNvPr id="16" name="Shape 13"/>
          <p:cNvSpPr/>
          <p:nvPr/>
        </p:nvSpPr>
        <p:spPr>
          <a:xfrm>
            <a:off x="1042416" y="5065776"/>
            <a:ext cx="9957816" cy="402336"/>
          </a:xfrm>
          <a:prstGeom prst="roundRect">
            <a:avLst>
              <a:gd name="adj" fmla="val 40909"/>
            </a:avLst>
          </a:prstGeom>
          <a:solidFill>
            <a:srgbClr val="F6F2FD"/>
          </a:solidFill>
          <a:ln w="12700">
            <a:solidFill>
              <a:srgbClr val="F6F2F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80160" y="5184648"/>
            <a:ext cx="9482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10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Ví dụ cấu trúc: thuật ngữ tiếng Việt (English term) — chỉ là hướng dẫn, không phải nội dung bài học.</a:t>
            </a:r>
            <a:endParaRPr lang="en-US" sz="11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8060CD"/>
          </a:solidFill>
          <a:ln w="6350">
            <a:solidFill>
              <a:srgbClr val="8060C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E4DB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PRACTICE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E4DB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58016" y="256032"/>
            <a:ext cx="201168" cy="201168"/>
          </a:xfrm>
          <a:prstGeom prst="ellipse">
            <a:avLst/>
          </a:prstGeom>
          <a:solidFill>
            <a:srgbClr val="F07976"/>
          </a:solidFill>
          <a:ln w="6350">
            <a:solidFill>
              <a:srgbClr val="F0797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0" y="484632"/>
            <a:ext cx="109728" cy="109728"/>
          </a:xfrm>
          <a:prstGeom prst="ellipse">
            <a:avLst/>
          </a:prstGeom>
          <a:solidFill>
            <a:srgbClr val="66C6B4"/>
          </a:solidFill>
          <a:ln w="6350">
            <a:solidFill>
              <a:srgbClr val="66C6B4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" y="420624"/>
            <a:ext cx="10835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30" b="1" dirty="0">
                <a:solidFill>
                  <a:srgbClr val="302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2730" dirty="0"/>
          </a:p>
        </p:txBody>
      </p:sp>
      <p:sp>
        <p:nvSpPr>
          <p:cNvPr id="11" name="Shape 8"/>
          <p:cNvSpPr/>
          <p:nvPr/>
        </p:nvSpPr>
        <p:spPr>
          <a:xfrm>
            <a:off x="740664" y="1389888"/>
            <a:ext cx="10716768" cy="444398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33272" y="1664208"/>
            <a:ext cx="1847088" cy="283464"/>
          </a:xfrm>
          <a:prstGeom prst="roundRect">
            <a:avLst>
              <a:gd name="adj" fmla="val 38710"/>
            </a:avLst>
          </a:prstGeom>
          <a:solidFill>
            <a:srgbClr val="F6F2FD"/>
          </a:solidFill>
          <a:ln w="12700">
            <a:solidFill>
              <a:srgbClr val="F6F2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52144" y="1691640"/>
            <a:ext cx="16276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ONLY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15568" y="2249424"/>
            <a:ext cx="988466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302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{{ENGLISH_BODY}}</a:t>
            </a:r>
            <a:endParaRPr lang="en-US" sz="2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8060CD"/>
          </a:solidFill>
          <a:ln w="6350">
            <a:solidFill>
              <a:srgbClr val="8060C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E4DB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PRACTICE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E4DB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58016" y="256032"/>
            <a:ext cx="201168" cy="201168"/>
          </a:xfrm>
          <a:prstGeom prst="ellipse">
            <a:avLst/>
          </a:prstGeom>
          <a:solidFill>
            <a:srgbClr val="F07976"/>
          </a:solidFill>
          <a:ln w="6350">
            <a:solidFill>
              <a:srgbClr val="F0797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0" y="484632"/>
            <a:ext cx="109728" cy="109728"/>
          </a:xfrm>
          <a:prstGeom prst="ellipse">
            <a:avLst/>
          </a:prstGeom>
          <a:solidFill>
            <a:srgbClr val="66C6B4"/>
          </a:solidFill>
          <a:ln w="6350">
            <a:solidFill>
              <a:srgbClr val="66C6B4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302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1" name="Text 8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22376" y="1307592"/>
            <a:ext cx="10744200" cy="45262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33272" y="1691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spc="40" kern="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TIẾNG VIỆT</a:t>
            </a:r>
            <a:endParaRPr lang="en-US" sz="930" dirty="0"/>
          </a:p>
        </p:txBody>
      </p:sp>
      <p:sp>
        <p:nvSpPr>
          <p:cNvPr id="14" name="Text 11"/>
          <p:cNvSpPr/>
          <p:nvPr/>
        </p:nvSpPr>
        <p:spPr>
          <a:xfrm>
            <a:off x="1033272" y="37124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spc="40" kern="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</a:t>
            </a:r>
            <a:endParaRPr lang="en-US" sz="930" dirty="0"/>
          </a:p>
        </p:txBody>
      </p:sp>
      <p:sp>
        <p:nvSpPr>
          <p:cNvPr id="15" name="Text 12"/>
          <p:cNvSpPr/>
          <p:nvPr/>
        </p:nvSpPr>
        <p:spPr>
          <a:xfrm>
            <a:off x="1060704" y="2121408"/>
            <a:ext cx="98206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{{TEXT_VI}}</a:t>
            </a:r>
            <a:endParaRPr lang="en-US" sz="2500" dirty="0"/>
          </a:p>
        </p:txBody>
      </p:sp>
      <p:sp>
        <p:nvSpPr>
          <p:cNvPr id="16" name="Shape 13"/>
          <p:cNvSpPr/>
          <p:nvPr/>
        </p:nvSpPr>
        <p:spPr>
          <a:xfrm>
            <a:off x="1042416" y="3355848"/>
            <a:ext cx="9848088" cy="0"/>
          </a:xfrm>
          <a:prstGeom prst="line">
            <a:avLst/>
          </a:prstGeom>
          <a:noFill/>
          <a:ln w="19050">
            <a:solidFill>
              <a:srgbClr val="E4DBF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704" y="4133088"/>
            <a:ext cx="98206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{{TEXT_EN}}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8060CD"/>
          </a:solidFill>
          <a:ln w="6350">
            <a:solidFill>
              <a:srgbClr val="8060C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E4DB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PRACTICE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E4DB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58016" y="256032"/>
            <a:ext cx="201168" cy="201168"/>
          </a:xfrm>
          <a:prstGeom prst="ellipse">
            <a:avLst/>
          </a:prstGeom>
          <a:solidFill>
            <a:srgbClr val="F07976"/>
          </a:solidFill>
          <a:ln w="6350">
            <a:solidFill>
              <a:srgbClr val="F0797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0" y="484632"/>
            <a:ext cx="109728" cy="109728"/>
          </a:xfrm>
          <a:prstGeom prst="ellipse">
            <a:avLst/>
          </a:prstGeom>
          <a:solidFill>
            <a:srgbClr val="66C6B4"/>
          </a:solidFill>
          <a:ln w="6350">
            <a:solidFill>
              <a:srgbClr val="66C6B4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302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1" name="Text 8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22376" y="1316736"/>
            <a:ext cx="6099048" cy="4489704"/>
          </a:xfrm>
          <a:prstGeom prst="roundRect">
            <a:avLst>
              <a:gd name="adj" fmla="val 3666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013448" y="1316736"/>
            <a:ext cx="4443984" cy="44897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14984" y="1682496"/>
            <a:ext cx="5495544" cy="3035808"/>
          </a:xfrm>
          <a:prstGeom prst="roundRect">
            <a:avLst>
              <a:gd name="adj" fmla="val 5422"/>
            </a:avLst>
          </a:prstGeom>
          <a:solidFill>
            <a:srgbClr val="F6F2FD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172968" y="2487168"/>
            <a:ext cx="1060704" cy="10607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8B5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02736" y="274320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1664208" y="2852928"/>
            <a:ext cx="4133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{{IMAGE_SOURCE}}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033272" y="4910328"/>
            <a:ext cx="5358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302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{{CAPTION_VI}}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33272" y="5312664"/>
            <a:ext cx="535838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{{CAPTION_EN}}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287768" y="1700784"/>
            <a:ext cx="3685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spc="40" kern="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GIẢI THÍCH / EXPLANATION</a:t>
            </a:r>
            <a:endParaRPr lang="en-US" sz="930" dirty="0"/>
          </a:p>
        </p:txBody>
      </p:sp>
      <p:sp>
        <p:nvSpPr>
          <p:cNvPr id="21" name="Text 18"/>
          <p:cNvSpPr/>
          <p:nvPr/>
        </p:nvSpPr>
        <p:spPr>
          <a:xfrm>
            <a:off x="7306056" y="2157984"/>
            <a:ext cx="369417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302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{{EXPLANATION_VI}}</a:t>
            </a:r>
            <a:endParaRPr lang="en-US" sz="1900" dirty="0"/>
          </a:p>
        </p:txBody>
      </p:sp>
      <p:sp>
        <p:nvSpPr>
          <p:cNvPr id="22" name="Shape 19"/>
          <p:cNvSpPr/>
          <p:nvPr/>
        </p:nvSpPr>
        <p:spPr>
          <a:xfrm>
            <a:off x="7296912" y="3547872"/>
            <a:ext cx="3822192" cy="0"/>
          </a:xfrm>
          <a:prstGeom prst="line">
            <a:avLst/>
          </a:prstGeom>
          <a:noFill/>
          <a:ln w="12700">
            <a:solidFill>
              <a:srgbClr val="E4DBF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06056" y="3831336"/>
            <a:ext cx="3712464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{{EXPLANATION_EN}}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8060CD"/>
          </a:solidFill>
          <a:ln w="6350">
            <a:solidFill>
              <a:srgbClr val="8060C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E4DB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PRACTICE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E4DB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58016" y="256032"/>
            <a:ext cx="201168" cy="201168"/>
          </a:xfrm>
          <a:prstGeom prst="ellipse">
            <a:avLst/>
          </a:prstGeom>
          <a:solidFill>
            <a:srgbClr val="F07976"/>
          </a:solidFill>
          <a:ln w="6350">
            <a:solidFill>
              <a:srgbClr val="F0797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0" y="484632"/>
            <a:ext cx="109728" cy="109728"/>
          </a:xfrm>
          <a:prstGeom prst="ellipse">
            <a:avLst/>
          </a:prstGeom>
          <a:solidFill>
            <a:srgbClr val="66C6B4"/>
          </a:solidFill>
          <a:ln w="6350">
            <a:solidFill>
              <a:srgbClr val="66C6B4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302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1" name="Text 8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22376" y="1344168"/>
            <a:ext cx="10716768" cy="1911096"/>
          </a:xfrm>
          <a:prstGeom prst="roundRect">
            <a:avLst>
              <a:gd name="adj" fmla="val 8612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33272" y="1581912"/>
            <a:ext cx="3090672" cy="283464"/>
          </a:xfrm>
          <a:prstGeom prst="roundRect">
            <a:avLst>
              <a:gd name="adj" fmla="val 38710"/>
            </a:avLst>
          </a:prstGeom>
          <a:solidFill>
            <a:srgbClr val="F6F2FD"/>
          </a:solidFill>
          <a:ln w="12700">
            <a:solidFill>
              <a:srgbClr val="F6F2F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52144" y="1609344"/>
            <a:ext cx="2871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CÔNG THỨC GỐC / ORIGINAL FORMULA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069848" y="2066544"/>
            <a:ext cx="98938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302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{{FORMULA_SOURCE}}</a:t>
            </a:r>
            <a:endParaRPr lang="en-US" sz="3100" dirty="0"/>
          </a:p>
        </p:txBody>
      </p:sp>
      <p:sp>
        <p:nvSpPr>
          <p:cNvPr id="16" name="Shape 13"/>
          <p:cNvSpPr/>
          <p:nvPr/>
        </p:nvSpPr>
        <p:spPr>
          <a:xfrm>
            <a:off x="722376" y="3483864"/>
            <a:ext cx="5221224" cy="230428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90488" y="3483864"/>
            <a:ext cx="5248656" cy="230428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96696" y="3758184"/>
            <a:ext cx="4306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spc="40" kern="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GIẢI THÍCH TIẾNG VIỆT</a:t>
            </a:r>
            <a:endParaRPr lang="en-US" sz="930" dirty="0"/>
          </a:p>
        </p:txBody>
      </p:sp>
      <p:sp>
        <p:nvSpPr>
          <p:cNvPr id="19" name="Text 16"/>
          <p:cNvSpPr/>
          <p:nvPr/>
        </p:nvSpPr>
        <p:spPr>
          <a:xfrm>
            <a:off x="6473952" y="3758184"/>
            <a:ext cx="4306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spc="40" kern="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EXPLANATION</a:t>
            </a:r>
            <a:endParaRPr lang="en-US" sz="930" dirty="0"/>
          </a:p>
        </p:txBody>
      </p:sp>
      <p:sp>
        <p:nvSpPr>
          <p:cNvPr id="20" name="Text 17"/>
          <p:cNvSpPr/>
          <p:nvPr/>
        </p:nvSpPr>
        <p:spPr>
          <a:xfrm>
            <a:off x="1024128" y="4306824"/>
            <a:ext cx="4562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{{EXPLANATION_VI}}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510528" y="4306824"/>
            <a:ext cx="4562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{{EXPLANATION_EN}}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8060CD"/>
          </a:solidFill>
          <a:ln w="6350">
            <a:solidFill>
              <a:srgbClr val="8060C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E4DB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PRACTICE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E4DB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58016" y="256032"/>
            <a:ext cx="201168" cy="201168"/>
          </a:xfrm>
          <a:prstGeom prst="ellipse">
            <a:avLst/>
          </a:prstGeom>
          <a:solidFill>
            <a:srgbClr val="F07976"/>
          </a:solidFill>
          <a:ln w="6350">
            <a:solidFill>
              <a:srgbClr val="F0797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0" y="484632"/>
            <a:ext cx="109728" cy="109728"/>
          </a:xfrm>
          <a:prstGeom prst="ellipse">
            <a:avLst/>
          </a:prstGeom>
          <a:solidFill>
            <a:srgbClr val="66C6B4"/>
          </a:solidFill>
          <a:ln w="6350">
            <a:solidFill>
              <a:srgbClr val="66C6B4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302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1" name="Text 8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13232" y="1545336"/>
            <a:ext cx="3575304" cy="4142232"/>
          </a:xfrm>
          <a:prstGeom prst="roundRect">
            <a:avLst>
              <a:gd name="adj" fmla="val 4604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23544" y="1801368"/>
            <a:ext cx="484632" cy="475488"/>
          </a:xfrm>
          <a:prstGeom prst="roundRect">
            <a:avLst>
              <a:gd name="adj" fmla="val 34615"/>
            </a:avLst>
          </a:prstGeom>
          <a:solidFill>
            <a:srgbClr val="8060CD"/>
          </a:solidFill>
          <a:ln w="12700">
            <a:solidFill>
              <a:srgbClr val="8060C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1911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41832" y="2587752"/>
            <a:ext cx="307238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{{STEP_1_VI}}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941832" y="3538728"/>
            <a:ext cx="3081528" cy="0"/>
          </a:xfrm>
          <a:prstGeom prst="line">
            <a:avLst/>
          </a:prstGeom>
          <a:noFill/>
          <a:ln w="12700">
            <a:solidFill>
              <a:srgbClr val="E4DBF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41832" y="3922776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{{STEP_1_EN}}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142232" y="3419856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3000" dirty="0"/>
          </a:p>
        </p:txBody>
      </p:sp>
      <p:sp>
        <p:nvSpPr>
          <p:cNvPr id="19" name="Shape 16"/>
          <p:cNvSpPr/>
          <p:nvPr/>
        </p:nvSpPr>
        <p:spPr>
          <a:xfrm>
            <a:off x="4535424" y="1545336"/>
            <a:ext cx="3575304" cy="4142232"/>
          </a:xfrm>
          <a:prstGeom prst="roundRect">
            <a:avLst>
              <a:gd name="adj" fmla="val 4604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45736" y="1801368"/>
            <a:ext cx="484632" cy="475488"/>
          </a:xfrm>
          <a:prstGeom prst="roundRect">
            <a:avLst>
              <a:gd name="adj" fmla="val 34615"/>
            </a:avLst>
          </a:prstGeom>
          <a:solidFill>
            <a:srgbClr val="F07976"/>
          </a:solidFill>
          <a:ln w="12700">
            <a:solidFill>
              <a:srgbClr val="F0797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82896" y="1911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764024" y="2587752"/>
            <a:ext cx="307238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{{STEP_2_VI}}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4764024" y="3538728"/>
            <a:ext cx="3081528" cy="0"/>
          </a:xfrm>
          <a:prstGeom prst="line">
            <a:avLst/>
          </a:prstGeom>
          <a:noFill/>
          <a:ln w="12700">
            <a:solidFill>
              <a:srgbClr val="E4DBF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64024" y="3922776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{{STEP_2_EN}}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964424" y="3419856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3000" dirty="0"/>
          </a:p>
        </p:txBody>
      </p:sp>
      <p:sp>
        <p:nvSpPr>
          <p:cNvPr id="26" name="Shape 23"/>
          <p:cNvSpPr/>
          <p:nvPr/>
        </p:nvSpPr>
        <p:spPr>
          <a:xfrm>
            <a:off x="8357616" y="1545336"/>
            <a:ext cx="3575304" cy="4142232"/>
          </a:xfrm>
          <a:prstGeom prst="roundRect">
            <a:avLst>
              <a:gd name="adj" fmla="val 4604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567928" y="1801368"/>
            <a:ext cx="484632" cy="475488"/>
          </a:xfrm>
          <a:prstGeom prst="roundRect">
            <a:avLst>
              <a:gd name="adj" fmla="val 34615"/>
            </a:avLst>
          </a:prstGeom>
          <a:solidFill>
            <a:srgbClr val="F8B5C0"/>
          </a:solidFill>
          <a:ln w="12700">
            <a:solidFill>
              <a:srgbClr val="F8B5C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705088" y="1911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8586216" y="2587752"/>
            <a:ext cx="307238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{{STEP_3_VI}}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8586216" y="3538728"/>
            <a:ext cx="3081528" cy="0"/>
          </a:xfrm>
          <a:prstGeom prst="line">
            <a:avLst/>
          </a:prstGeom>
          <a:noFill/>
          <a:ln w="12700">
            <a:solidFill>
              <a:srgbClr val="E4DB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586216" y="3922776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{{STEP_3_EN}}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E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8060CD"/>
          </a:solidFill>
          <a:ln w="6350">
            <a:solidFill>
              <a:srgbClr val="8060C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E4DB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PRACTICE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E4DB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58016" y="256032"/>
            <a:ext cx="201168" cy="201168"/>
          </a:xfrm>
          <a:prstGeom prst="ellipse">
            <a:avLst/>
          </a:prstGeom>
          <a:solidFill>
            <a:srgbClr val="F07976"/>
          </a:solidFill>
          <a:ln w="6350">
            <a:solidFill>
              <a:srgbClr val="F0797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0" y="484632"/>
            <a:ext cx="109728" cy="109728"/>
          </a:xfrm>
          <a:prstGeom prst="ellipse">
            <a:avLst/>
          </a:prstGeom>
          <a:solidFill>
            <a:srgbClr val="66C6B4"/>
          </a:solidFill>
          <a:ln w="6350">
            <a:solidFill>
              <a:srgbClr val="66C6B4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302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1" name="Text 8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04088" y="1444752"/>
            <a:ext cx="5257800" cy="4361688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04088" y="1444752"/>
            <a:ext cx="5257800" cy="118872"/>
          </a:xfrm>
          <a:prstGeom prst="rect">
            <a:avLst/>
          </a:prstGeom>
          <a:solidFill>
            <a:srgbClr val="8060CD"/>
          </a:solidFill>
          <a:ln w="6350">
            <a:solidFill>
              <a:srgbClr val="8060CD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14984" y="18653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spc="40" kern="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/ FIRST</a:t>
            </a:r>
            <a:endParaRPr lang="en-US" sz="930" dirty="0"/>
          </a:p>
        </p:txBody>
      </p:sp>
      <p:sp>
        <p:nvSpPr>
          <p:cNvPr id="15" name="Text 12"/>
          <p:cNvSpPr/>
          <p:nvPr/>
        </p:nvSpPr>
        <p:spPr>
          <a:xfrm>
            <a:off x="1024128" y="2578608"/>
            <a:ext cx="4553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{{ITEM_A_VI}}</a:t>
            </a:r>
            <a:endParaRPr lang="en-US" sz="2300" dirty="0"/>
          </a:p>
        </p:txBody>
      </p:sp>
      <p:sp>
        <p:nvSpPr>
          <p:cNvPr id="16" name="Shape 13"/>
          <p:cNvSpPr/>
          <p:nvPr/>
        </p:nvSpPr>
        <p:spPr>
          <a:xfrm>
            <a:off x="1014984" y="3529584"/>
            <a:ext cx="4599432" cy="0"/>
          </a:xfrm>
          <a:prstGeom prst="line">
            <a:avLst/>
          </a:prstGeom>
          <a:noFill/>
          <a:ln w="12700">
            <a:solidFill>
              <a:srgbClr val="E4DBF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24128" y="3922776"/>
            <a:ext cx="456285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{{ITEM_A_EN}}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227064" y="1444752"/>
            <a:ext cx="5257800" cy="4361688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27064" y="1444752"/>
            <a:ext cx="5257800" cy="118872"/>
          </a:xfrm>
          <a:prstGeom prst="rect">
            <a:avLst/>
          </a:prstGeom>
          <a:solidFill>
            <a:srgbClr val="F07976"/>
          </a:solidFill>
          <a:ln w="6350">
            <a:solidFill>
              <a:srgbClr val="F07976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37960" y="18653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spc="40" kern="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/ SECOND</a:t>
            </a:r>
            <a:endParaRPr lang="en-US" sz="930" dirty="0"/>
          </a:p>
        </p:txBody>
      </p:sp>
      <p:sp>
        <p:nvSpPr>
          <p:cNvPr id="21" name="Text 18"/>
          <p:cNvSpPr/>
          <p:nvPr/>
        </p:nvSpPr>
        <p:spPr>
          <a:xfrm>
            <a:off x="6547104" y="2578608"/>
            <a:ext cx="4553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{{ITEM_B_VI}}</a:t>
            </a:r>
            <a:endParaRPr lang="en-US" sz="2300" dirty="0"/>
          </a:p>
        </p:txBody>
      </p:sp>
      <p:sp>
        <p:nvSpPr>
          <p:cNvPr id="22" name="Shape 19"/>
          <p:cNvSpPr/>
          <p:nvPr/>
        </p:nvSpPr>
        <p:spPr>
          <a:xfrm>
            <a:off x="6537960" y="3529584"/>
            <a:ext cx="4599432" cy="0"/>
          </a:xfrm>
          <a:prstGeom prst="line">
            <a:avLst/>
          </a:prstGeom>
          <a:noFill/>
          <a:ln w="12700">
            <a:solidFill>
              <a:srgbClr val="E4DBF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47104" y="3922776"/>
            <a:ext cx="4562856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{{ITEM_B_EN}}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E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8060CD"/>
          </a:solidFill>
          <a:ln w="6350">
            <a:solidFill>
              <a:srgbClr val="8060C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E4DB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PRACTICE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E4DB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58016" y="256032"/>
            <a:ext cx="201168" cy="201168"/>
          </a:xfrm>
          <a:prstGeom prst="ellipse">
            <a:avLst/>
          </a:prstGeom>
          <a:solidFill>
            <a:srgbClr val="F07976"/>
          </a:solidFill>
          <a:ln w="6350">
            <a:solidFill>
              <a:srgbClr val="F0797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0" y="484632"/>
            <a:ext cx="109728" cy="109728"/>
          </a:xfrm>
          <a:prstGeom prst="ellipse">
            <a:avLst/>
          </a:prstGeom>
          <a:solidFill>
            <a:srgbClr val="66C6B4"/>
          </a:solidFill>
          <a:ln w="6350">
            <a:solidFill>
              <a:srgbClr val="66C6B4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302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1" name="Text 8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04088" y="1380744"/>
            <a:ext cx="10780776" cy="4517136"/>
          </a:xfrm>
          <a:prstGeom prst="roundRect">
            <a:avLst>
              <a:gd name="adj" fmla="val 3644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96696" y="1600200"/>
            <a:ext cx="2788920" cy="283464"/>
          </a:xfrm>
          <a:prstGeom prst="roundRect">
            <a:avLst>
              <a:gd name="adj" fmla="val 38710"/>
            </a:avLst>
          </a:prstGeom>
          <a:solidFill>
            <a:srgbClr val="F6F2FD"/>
          </a:solidFill>
          <a:ln w="12700">
            <a:solidFill>
              <a:srgbClr val="F6F2F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5568" y="1627632"/>
            <a:ext cx="25694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BẢNG DỮ LIỆU / DATA TABLE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969264" y="2148840"/>
            <a:ext cx="10168128" cy="493776"/>
          </a:xfrm>
          <a:prstGeom prst="roundRect">
            <a:avLst>
              <a:gd name="adj" fmla="val 33333"/>
            </a:avLst>
          </a:prstGeom>
          <a:solidFill>
            <a:srgbClr val="F6F2FD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69264" y="2642616"/>
            <a:ext cx="10168128" cy="658368"/>
          </a:xfrm>
          <a:prstGeom prst="roundRect">
            <a:avLst>
              <a:gd name="adj" fmla="val 25000"/>
            </a:avLst>
          </a:prstGeom>
          <a:solidFill>
            <a:srgbClr val="FEFC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69264" y="3300984"/>
            <a:ext cx="10168128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69264" y="3959352"/>
            <a:ext cx="10168128" cy="658368"/>
          </a:xfrm>
          <a:prstGeom prst="roundRect">
            <a:avLst>
              <a:gd name="adj" fmla="val 25000"/>
            </a:avLst>
          </a:prstGeom>
          <a:solidFill>
            <a:srgbClr val="FEFC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69264" y="4617720"/>
            <a:ext cx="10168128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511296" y="2148840"/>
            <a:ext cx="0" cy="3127248"/>
          </a:xfrm>
          <a:prstGeom prst="line">
            <a:avLst/>
          </a:prstGeom>
          <a:noFill/>
          <a:ln w="10795">
            <a:solidFill>
              <a:srgbClr val="E4DBF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53328" y="2148840"/>
            <a:ext cx="0" cy="3127248"/>
          </a:xfrm>
          <a:prstGeom prst="line">
            <a:avLst/>
          </a:prstGeom>
          <a:noFill/>
          <a:ln w="10795">
            <a:solidFill>
              <a:srgbClr val="E4DBF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595360" y="2148840"/>
            <a:ext cx="0" cy="3127248"/>
          </a:xfrm>
          <a:prstGeom prst="line">
            <a:avLst/>
          </a:prstGeom>
          <a:noFill/>
          <a:ln w="10795">
            <a:solidFill>
              <a:srgbClr val="E4DBF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993392" y="3090672"/>
            <a:ext cx="817473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{{TABLE_SOURCE}}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E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8060CD"/>
          </a:solidFill>
          <a:ln w="6350">
            <a:solidFill>
              <a:srgbClr val="8060C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E4DB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PRACTICE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E4DB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58016" y="256032"/>
            <a:ext cx="201168" cy="201168"/>
          </a:xfrm>
          <a:prstGeom prst="ellipse">
            <a:avLst/>
          </a:prstGeom>
          <a:solidFill>
            <a:srgbClr val="F07976"/>
          </a:solidFill>
          <a:ln w="6350">
            <a:solidFill>
              <a:srgbClr val="F0797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0" y="484632"/>
            <a:ext cx="109728" cy="109728"/>
          </a:xfrm>
          <a:prstGeom prst="ellipse">
            <a:avLst/>
          </a:prstGeom>
          <a:solidFill>
            <a:srgbClr val="66C6B4"/>
          </a:solidFill>
          <a:ln w="6350">
            <a:solidFill>
              <a:srgbClr val="66C6B4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302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1" name="Text 8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31520" y="1344168"/>
            <a:ext cx="7516368" cy="4453128"/>
          </a:xfrm>
          <a:prstGeom prst="roundRect">
            <a:avLst>
              <a:gd name="adj" fmla="val 3696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485632" y="1344168"/>
            <a:ext cx="2999232" cy="4453128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24128" y="1691640"/>
            <a:ext cx="3218688" cy="283464"/>
          </a:xfrm>
          <a:prstGeom prst="roundRect">
            <a:avLst>
              <a:gd name="adj" fmla="val 38710"/>
            </a:avLst>
          </a:prstGeom>
          <a:solidFill>
            <a:srgbClr val="F6F2FD"/>
          </a:solidFill>
          <a:ln w="12700">
            <a:solidFill>
              <a:srgbClr val="F6F2F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43000" y="1719072"/>
            <a:ext cx="29992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THẢO LUẬN / GROUP ACTIVITY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069848" y="22951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spc="40" kern="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NHIỆM VỤ</a:t>
            </a:r>
            <a:endParaRPr lang="en-US" sz="930" dirty="0"/>
          </a:p>
        </p:txBody>
      </p:sp>
      <p:sp>
        <p:nvSpPr>
          <p:cNvPr id="17" name="Text 14"/>
          <p:cNvSpPr/>
          <p:nvPr/>
        </p:nvSpPr>
        <p:spPr>
          <a:xfrm>
            <a:off x="1069848" y="2606040"/>
            <a:ext cx="67574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{{TASK_VI}}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1078992" y="3776472"/>
            <a:ext cx="6693408" cy="0"/>
          </a:xfrm>
          <a:prstGeom prst="line">
            <a:avLst/>
          </a:prstGeom>
          <a:noFill/>
          <a:ln w="12700">
            <a:solidFill>
              <a:srgbClr val="E4DB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69848" y="4096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spc="40" kern="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/ ENGLISH</a:t>
            </a:r>
            <a:endParaRPr lang="en-US" sz="930" dirty="0"/>
          </a:p>
        </p:txBody>
      </p:sp>
      <p:sp>
        <p:nvSpPr>
          <p:cNvPr id="20" name="Text 17"/>
          <p:cNvSpPr/>
          <p:nvPr/>
        </p:nvSpPr>
        <p:spPr>
          <a:xfrm>
            <a:off x="1069848" y="4425696"/>
            <a:ext cx="668426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{{TASK_EN}}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9473184" y="2221992"/>
            <a:ext cx="1005840" cy="1005840"/>
          </a:xfrm>
          <a:prstGeom prst="ellipse">
            <a:avLst/>
          </a:prstGeom>
          <a:solidFill>
            <a:srgbClr val="F6F2FD"/>
          </a:solidFill>
          <a:ln w="6350">
            <a:solidFill>
              <a:srgbClr val="F6F2FD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83496" y="2432304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⏱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8805672" y="3767328"/>
            <a:ext cx="23682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302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{{TIME}}</a:t>
            </a:r>
            <a:endParaRPr lang="en-US" sz="2700" dirty="0"/>
          </a:p>
        </p:txBody>
      </p:sp>
      <p:sp>
        <p:nvSpPr>
          <p:cNvPr id="24" name="Text 21"/>
          <p:cNvSpPr/>
          <p:nvPr/>
        </p:nvSpPr>
        <p:spPr>
          <a:xfrm>
            <a:off x="9098280" y="4462272"/>
            <a:ext cx="1764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BOX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E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8060CD"/>
          </a:solidFill>
          <a:ln w="6350">
            <a:solidFill>
              <a:srgbClr val="8060C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E4DB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PRACTICE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E4DB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58016" y="256032"/>
            <a:ext cx="201168" cy="201168"/>
          </a:xfrm>
          <a:prstGeom prst="ellipse">
            <a:avLst/>
          </a:prstGeom>
          <a:solidFill>
            <a:srgbClr val="F07976"/>
          </a:solidFill>
          <a:ln w="6350">
            <a:solidFill>
              <a:srgbClr val="F0797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0" y="484632"/>
            <a:ext cx="109728" cy="109728"/>
          </a:xfrm>
          <a:prstGeom prst="ellipse">
            <a:avLst/>
          </a:prstGeom>
          <a:solidFill>
            <a:srgbClr val="66C6B4"/>
          </a:solidFill>
          <a:ln w="6350">
            <a:solidFill>
              <a:srgbClr val="66C6B4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302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1" name="Text 8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22376" y="1335024"/>
            <a:ext cx="10753344" cy="197510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96696" y="1600200"/>
            <a:ext cx="2304288" cy="283464"/>
          </a:xfrm>
          <a:prstGeom prst="roundRect">
            <a:avLst>
              <a:gd name="adj" fmla="val 38710"/>
            </a:avLst>
          </a:prstGeom>
          <a:solidFill>
            <a:srgbClr val="F6F2FD"/>
          </a:solidFill>
          <a:ln w="12700">
            <a:solidFill>
              <a:srgbClr val="F6F2F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5568" y="1627632"/>
            <a:ext cx="2084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BÀI TẬP / EXERCISE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051560" y="1947672"/>
            <a:ext cx="47640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80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{{QUESTION_VI}}</a:t>
            </a:r>
            <a:endParaRPr lang="en-US" sz="1980" dirty="0"/>
          </a:p>
        </p:txBody>
      </p:sp>
      <p:sp>
        <p:nvSpPr>
          <p:cNvPr id="16" name="Text 13"/>
          <p:cNvSpPr/>
          <p:nvPr/>
        </p:nvSpPr>
        <p:spPr>
          <a:xfrm>
            <a:off x="6473952" y="1947672"/>
            <a:ext cx="46085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2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{{QUESTION_EN}}</a:t>
            </a:r>
            <a:endParaRPr lang="en-US" sz="1820" dirty="0"/>
          </a:p>
        </p:txBody>
      </p:sp>
      <p:sp>
        <p:nvSpPr>
          <p:cNvPr id="17" name="Shape 14"/>
          <p:cNvSpPr/>
          <p:nvPr/>
        </p:nvSpPr>
        <p:spPr>
          <a:xfrm>
            <a:off x="6126480" y="1947672"/>
            <a:ext cx="0" cy="969264"/>
          </a:xfrm>
          <a:prstGeom prst="line">
            <a:avLst/>
          </a:prstGeom>
          <a:noFill/>
          <a:ln w="12700">
            <a:solidFill>
              <a:srgbClr val="E4DB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22376" y="3538728"/>
            <a:ext cx="10753344" cy="2276856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96696" y="3785616"/>
            <a:ext cx="2596896" cy="283464"/>
          </a:xfrm>
          <a:prstGeom prst="roundRect">
            <a:avLst>
              <a:gd name="adj" fmla="val 38710"/>
            </a:avLst>
          </a:prstGeom>
          <a:solidFill>
            <a:srgbClr val="F6F2FD"/>
          </a:solidFill>
          <a:ln w="12700">
            <a:solidFill>
              <a:srgbClr val="F6F2F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5568" y="3813048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LỜI GIẢI / SOLUTION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060704" y="4215384"/>
            <a:ext cx="468172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30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{{SOLUTION_VI}}</a:t>
            </a:r>
            <a:endParaRPr lang="en-US" sz="1930" dirty="0"/>
          </a:p>
        </p:txBody>
      </p:sp>
      <p:sp>
        <p:nvSpPr>
          <p:cNvPr id="22" name="Text 19"/>
          <p:cNvSpPr/>
          <p:nvPr/>
        </p:nvSpPr>
        <p:spPr>
          <a:xfrm>
            <a:off x="6492240" y="4215384"/>
            <a:ext cx="45537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8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{{SOLUTION_EN}}</a:t>
            </a:r>
            <a:endParaRPr lang="en-US" sz="1780" dirty="0"/>
          </a:p>
        </p:txBody>
      </p:sp>
      <p:sp>
        <p:nvSpPr>
          <p:cNvPr id="23" name="Shape 20"/>
          <p:cNvSpPr/>
          <p:nvPr/>
        </p:nvSpPr>
        <p:spPr>
          <a:xfrm>
            <a:off x="6126480" y="4242816"/>
            <a:ext cx="0" cy="1069848"/>
          </a:xfrm>
          <a:prstGeom prst="line">
            <a:avLst/>
          </a:prstGeom>
          <a:noFill/>
          <a:ln w="12700">
            <a:solidFill>
              <a:srgbClr val="E4DBF2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E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8060CD"/>
          </a:solidFill>
          <a:ln w="6350">
            <a:solidFill>
              <a:srgbClr val="8060C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E4DB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PRACTICE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E4DB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58016" y="256032"/>
            <a:ext cx="201168" cy="201168"/>
          </a:xfrm>
          <a:prstGeom prst="ellipse">
            <a:avLst/>
          </a:prstGeom>
          <a:solidFill>
            <a:srgbClr val="F07976"/>
          </a:solidFill>
          <a:ln w="6350">
            <a:solidFill>
              <a:srgbClr val="F0797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0" y="484632"/>
            <a:ext cx="109728" cy="109728"/>
          </a:xfrm>
          <a:prstGeom prst="ellipse">
            <a:avLst/>
          </a:prstGeom>
          <a:solidFill>
            <a:srgbClr val="66C6B4"/>
          </a:solidFill>
          <a:ln w="6350">
            <a:solidFill>
              <a:srgbClr val="66C6B4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302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1" name="Text 8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31520" y="1316736"/>
            <a:ext cx="10725912" cy="1252728"/>
          </a:xfrm>
          <a:prstGeom prst="roundRect">
            <a:avLst>
              <a:gd name="adj" fmla="val 13139"/>
            </a:avLst>
          </a:prstGeom>
          <a:solidFill>
            <a:srgbClr val="F6F2FD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33272" y="1572768"/>
            <a:ext cx="4681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80" b="1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{{QUESTION_VI}}</a:t>
            </a:r>
            <a:endParaRPr lang="en-US" sz="1980" dirty="0"/>
          </a:p>
        </p:txBody>
      </p:sp>
      <p:sp>
        <p:nvSpPr>
          <p:cNvPr id="14" name="Text 11"/>
          <p:cNvSpPr/>
          <p:nvPr/>
        </p:nvSpPr>
        <p:spPr>
          <a:xfrm>
            <a:off x="6464808" y="15727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{{QUESTION_EN}}</a:t>
            </a:r>
            <a:endParaRPr lang="en-US" sz="1870" dirty="0"/>
          </a:p>
        </p:txBody>
      </p:sp>
      <p:sp>
        <p:nvSpPr>
          <p:cNvPr id="15" name="Shape 12"/>
          <p:cNvSpPr/>
          <p:nvPr/>
        </p:nvSpPr>
        <p:spPr>
          <a:xfrm>
            <a:off x="6172200" y="1554480"/>
            <a:ext cx="0" cy="804672"/>
          </a:xfrm>
          <a:prstGeom prst="line">
            <a:avLst/>
          </a:prstGeom>
          <a:noFill/>
          <a:ln w="12700">
            <a:solidFill>
              <a:srgbClr val="E4DB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9808" y="2807208"/>
            <a:ext cx="5230368" cy="1042416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6112" y="3008376"/>
            <a:ext cx="420624" cy="420624"/>
          </a:xfrm>
          <a:prstGeom prst="roundRect">
            <a:avLst>
              <a:gd name="adj" fmla="val 39130"/>
            </a:avLst>
          </a:prstGeom>
          <a:solidFill>
            <a:srgbClr val="8060CD"/>
          </a:solidFill>
          <a:ln w="12700">
            <a:solidFill>
              <a:srgbClr val="8060C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28700" y="3081528"/>
            <a:ext cx="137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453896" y="299008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{{OPTION_A_VI}}</a:t>
            </a:r>
            <a:endParaRPr lang="en-US" sz="1680" dirty="0"/>
          </a:p>
        </p:txBody>
      </p:sp>
      <p:sp>
        <p:nvSpPr>
          <p:cNvPr id="20" name="Text 17"/>
          <p:cNvSpPr/>
          <p:nvPr/>
        </p:nvSpPr>
        <p:spPr>
          <a:xfrm>
            <a:off x="1453896" y="3374136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{{OPTION_A_EN}}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749808" y="4078224"/>
            <a:ext cx="5230368" cy="1042416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96112" y="4279392"/>
            <a:ext cx="420624" cy="420624"/>
          </a:xfrm>
          <a:prstGeom prst="roundRect">
            <a:avLst>
              <a:gd name="adj" fmla="val 39130"/>
            </a:avLst>
          </a:prstGeom>
          <a:solidFill>
            <a:srgbClr val="F07976"/>
          </a:solidFill>
          <a:ln w="12700">
            <a:solidFill>
              <a:srgbClr val="F0797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28700" y="4352544"/>
            <a:ext cx="137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453896" y="426110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{{OPTION_B_VI}}</a:t>
            </a:r>
            <a:endParaRPr lang="en-US" sz="1680" dirty="0"/>
          </a:p>
        </p:txBody>
      </p:sp>
      <p:sp>
        <p:nvSpPr>
          <p:cNvPr id="25" name="Text 22"/>
          <p:cNvSpPr/>
          <p:nvPr/>
        </p:nvSpPr>
        <p:spPr>
          <a:xfrm>
            <a:off x="1453896" y="4645152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{{OPTION_B_EN}}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6263640" y="2807208"/>
            <a:ext cx="5230368" cy="1042416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09944" y="3008376"/>
            <a:ext cx="420624" cy="420624"/>
          </a:xfrm>
          <a:prstGeom prst="roundRect">
            <a:avLst>
              <a:gd name="adj" fmla="val 39130"/>
            </a:avLst>
          </a:prstGeom>
          <a:solidFill>
            <a:srgbClr val="F6C96D"/>
          </a:solidFill>
          <a:ln w="12700">
            <a:solidFill>
              <a:srgbClr val="F6C96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42532" y="3081528"/>
            <a:ext cx="137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967728" y="299008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{{OPTION_C_VI}}</a:t>
            </a:r>
            <a:endParaRPr lang="en-US" sz="1680" dirty="0"/>
          </a:p>
        </p:txBody>
      </p:sp>
      <p:sp>
        <p:nvSpPr>
          <p:cNvPr id="30" name="Text 27"/>
          <p:cNvSpPr/>
          <p:nvPr/>
        </p:nvSpPr>
        <p:spPr>
          <a:xfrm>
            <a:off x="6967728" y="3374136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{{OPTION_C_EN}}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6263640" y="4078224"/>
            <a:ext cx="5230368" cy="1042416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409944" y="4279392"/>
            <a:ext cx="420624" cy="420624"/>
          </a:xfrm>
          <a:prstGeom prst="roundRect">
            <a:avLst>
              <a:gd name="adj" fmla="val 39130"/>
            </a:avLst>
          </a:prstGeom>
          <a:solidFill>
            <a:srgbClr val="66C6B4"/>
          </a:solidFill>
          <a:ln w="12700">
            <a:solidFill>
              <a:srgbClr val="66C6B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42532" y="4352544"/>
            <a:ext cx="137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967728" y="426110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{{OPTION_D_VI}}</a:t>
            </a:r>
            <a:endParaRPr lang="en-US" sz="1680" dirty="0"/>
          </a:p>
        </p:txBody>
      </p:sp>
      <p:sp>
        <p:nvSpPr>
          <p:cNvPr id="35" name="Text 32"/>
          <p:cNvSpPr/>
          <p:nvPr/>
        </p:nvSpPr>
        <p:spPr>
          <a:xfrm>
            <a:off x="6967728" y="4645152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{{OPTION_D_EN}}</a:t>
            </a:r>
            <a:endParaRPr lang="en-US" sz="1450" dirty="0"/>
          </a:p>
        </p:txBody>
      </p:sp>
      <p:sp>
        <p:nvSpPr>
          <p:cNvPr id="36" name="Text 33"/>
          <p:cNvSpPr/>
          <p:nvPr/>
        </p:nvSpPr>
        <p:spPr>
          <a:xfrm>
            <a:off x="822960" y="5943600"/>
            <a:ext cx="10634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IS NOT SHOWN ON THIS SLIDE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E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8060CD"/>
          </a:solidFill>
          <a:ln w="6350">
            <a:solidFill>
              <a:srgbClr val="8060C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E4DB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PRACTICE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E4DB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58016" y="256032"/>
            <a:ext cx="201168" cy="201168"/>
          </a:xfrm>
          <a:prstGeom prst="ellipse">
            <a:avLst/>
          </a:prstGeom>
          <a:solidFill>
            <a:srgbClr val="F07976"/>
          </a:solidFill>
          <a:ln w="6350">
            <a:solidFill>
              <a:srgbClr val="F0797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0" y="484632"/>
            <a:ext cx="109728" cy="109728"/>
          </a:xfrm>
          <a:prstGeom prst="ellipse">
            <a:avLst/>
          </a:prstGeom>
          <a:solidFill>
            <a:srgbClr val="66C6B4"/>
          </a:solidFill>
          <a:ln w="6350">
            <a:solidFill>
              <a:srgbClr val="66C6B4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302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1" name="Text 8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49808" y="1389888"/>
            <a:ext cx="10698480" cy="444398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60704" y="17282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spc="40" kern="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ĐÁP ÁN / CORRECT ANSWER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1097280" y="2148840"/>
            <a:ext cx="2176272" cy="896112"/>
          </a:xfrm>
          <a:prstGeom prst="roundRect">
            <a:avLst>
              <a:gd name="adj" fmla="val 18367"/>
            </a:avLst>
          </a:prstGeom>
          <a:solidFill>
            <a:srgbClr val="F6F2FD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25880" y="2331720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{{CORRECT_ANSWER}}</a:t>
            </a:r>
            <a:endParaRPr lang="en-US" sz="3100" dirty="0"/>
          </a:p>
        </p:txBody>
      </p:sp>
      <p:sp>
        <p:nvSpPr>
          <p:cNvPr id="16" name="Shape 13"/>
          <p:cNvSpPr/>
          <p:nvPr/>
        </p:nvSpPr>
        <p:spPr>
          <a:xfrm>
            <a:off x="1069848" y="3355848"/>
            <a:ext cx="9985248" cy="0"/>
          </a:xfrm>
          <a:prstGeom prst="line">
            <a:avLst/>
          </a:prstGeom>
          <a:noFill/>
          <a:ln w="12700">
            <a:solidFill>
              <a:srgbClr val="E4DBF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704" y="35844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spc="40" kern="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GIẢI THÍCH / EXPLANATION</a:t>
            </a:r>
            <a:endParaRPr lang="en-US" sz="930" dirty="0"/>
          </a:p>
        </p:txBody>
      </p:sp>
      <p:sp>
        <p:nvSpPr>
          <p:cNvPr id="18" name="Text 15"/>
          <p:cNvSpPr/>
          <p:nvPr/>
        </p:nvSpPr>
        <p:spPr>
          <a:xfrm>
            <a:off x="1097280" y="3986784"/>
            <a:ext cx="47183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{{EXPLANATION_VI}}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464808" y="3986784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{{EXPLANATION_EN}}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6126480" y="3913632"/>
            <a:ext cx="0" cy="1389888"/>
          </a:xfrm>
          <a:prstGeom prst="line">
            <a:avLst/>
          </a:prstGeom>
          <a:noFill/>
          <a:ln w="12700">
            <a:solidFill>
              <a:srgbClr val="E4DBF2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E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8060CD"/>
          </a:solidFill>
          <a:ln w="6350">
            <a:solidFill>
              <a:srgbClr val="8060C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E4DB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PRACTICE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E4DB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58016" y="256032"/>
            <a:ext cx="201168" cy="201168"/>
          </a:xfrm>
          <a:prstGeom prst="ellipse">
            <a:avLst/>
          </a:prstGeom>
          <a:solidFill>
            <a:srgbClr val="F07976"/>
          </a:solidFill>
          <a:ln w="6350">
            <a:solidFill>
              <a:srgbClr val="F0797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0" y="484632"/>
            <a:ext cx="109728" cy="109728"/>
          </a:xfrm>
          <a:prstGeom prst="ellipse">
            <a:avLst/>
          </a:prstGeom>
          <a:solidFill>
            <a:srgbClr val="66C6B4"/>
          </a:solidFill>
          <a:ln w="6350">
            <a:solidFill>
              <a:srgbClr val="66C6B4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302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1" name="Text 8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22376" y="1280160"/>
            <a:ext cx="10753344" cy="1335024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87552" y="1719072"/>
            <a:ext cx="384048" cy="384048"/>
          </a:xfrm>
          <a:prstGeom prst="ellipse">
            <a:avLst/>
          </a:prstGeom>
          <a:solidFill>
            <a:srgbClr val="F6F2FD"/>
          </a:solidFill>
          <a:ln w="6350">
            <a:solidFill>
              <a:srgbClr val="F6F2FD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5568" y="1810512"/>
            <a:ext cx="155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591056" y="1517904"/>
            <a:ext cx="446227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10" b="1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{{SUMMARY_1_VI}}</a:t>
            </a:r>
            <a:endParaRPr lang="en-US" sz="2010" dirty="0"/>
          </a:p>
        </p:txBody>
      </p:sp>
      <p:sp>
        <p:nvSpPr>
          <p:cNvPr id="16" name="Text 13"/>
          <p:cNvSpPr/>
          <p:nvPr/>
        </p:nvSpPr>
        <p:spPr>
          <a:xfrm>
            <a:off x="6492240" y="1527048"/>
            <a:ext cx="45171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4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{{SUMMARY_1_EN}}</a:t>
            </a:r>
            <a:endParaRPr lang="en-US" sz="1840" dirty="0"/>
          </a:p>
        </p:txBody>
      </p:sp>
      <p:sp>
        <p:nvSpPr>
          <p:cNvPr id="17" name="Shape 14"/>
          <p:cNvSpPr/>
          <p:nvPr/>
        </p:nvSpPr>
        <p:spPr>
          <a:xfrm>
            <a:off x="6190488" y="1481328"/>
            <a:ext cx="0" cy="960120"/>
          </a:xfrm>
          <a:prstGeom prst="line">
            <a:avLst/>
          </a:prstGeom>
          <a:noFill/>
          <a:ln w="12700">
            <a:solidFill>
              <a:srgbClr val="E4DB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22376" y="2843784"/>
            <a:ext cx="10753344" cy="1335024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87552" y="3282696"/>
            <a:ext cx="384048" cy="384048"/>
          </a:xfrm>
          <a:prstGeom prst="ellipse">
            <a:avLst/>
          </a:prstGeom>
          <a:solidFill>
            <a:srgbClr val="F6F2FD"/>
          </a:solidFill>
          <a:ln w="6350">
            <a:solidFill>
              <a:srgbClr val="F6F2FD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5568" y="3374136"/>
            <a:ext cx="155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591056" y="3081528"/>
            <a:ext cx="446227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10" b="1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{{SUMMARY_2_VI}}</a:t>
            </a:r>
            <a:endParaRPr lang="en-US" sz="2010" dirty="0"/>
          </a:p>
        </p:txBody>
      </p:sp>
      <p:sp>
        <p:nvSpPr>
          <p:cNvPr id="22" name="Text 19"/>
          <p:cNvSpPr/>
          <p:nvPr/>
        </p:nvSpPr>
        <p:spPr>
          <a:xfrm>
            <a:off x="6492240" y="3090672"/>
            <a:ext cx="45171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4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{{SUMMARY_2_EN}}</a:t>
            </a:r>
            <a:endParaRPr lang="en-US" sz="1840" dirty="0"/>
          </a:p>
        </p:txBody>
      </p:sp>
      <p:sp>
        <p:nvSpPr>
          <p:cNvPr id="23" name="Shape 20"/>
          <p:cNvSpPr/>
          <p:nvPr/>
        </p:nvSpPr>
        <p:spPr>
          <a:xfrm>
            <a:off x="6190488" y="3044952"/>
            <a:ext cx="0" cy="960120"/>
          </a:xfrm>
          <a:prstGeom prst="line">
            <a:avLst/>
          </a:prstGeom>
          <a:noFill/>
          <a:ln w="12700">
            <a:solidFill>
              <a:srgbClr val="E4DBF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22376" y="4407408"/>
            <a:ext cx="10753344" cy="1335024"/>
          </a:xfrm>
          <a:prstGeom prst="roundRect">
            <a:avLst>
              <a:gd name="adj" fmla="val 12329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87552" y="4846320"/>
            <a:ext cx="384048" cy="384048"/>
          </a:xfrm>
          <a:prstGeom prst="ellipse">
            <a:avLst/>
          </a:prstGeom>
          <a:solidFill>
            <a:srgbClr val="F6F2FD"/>
          </a:solidFill>
          <a:ln w="6350">
            <a:solidFill>
              <a:srgbClr val="F6F2FD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15568" y="4937760"/>
            <a:ext cx="1554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591056" y="4645152"/>
            <a:ext cx="446227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10" b="1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{{SUMMARY_3_VI}}</a:t>
            </a:r>
            <a:endParaRPr lang="en-US" sz="2010" dirty="0"/>
          </a:p>
        </p:txBody>
      </p:sp>
      <p:sp>
        <p:nvSpPr>
          <p:cNvPr id="28" name="Text 25"/>
          <p:cNvSpPr/>
          <p:nvPr/>
        </p:nvSpPr>
        <p:spPr>
          <a:xfrm>
            <a:off x="6492240" y="4654296"/>
            <a:ext cx="45171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4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{{SUMMARY_3_EN}}</a:t>
            </a:r>
            <a:endParaRPr lang="en-US" sz="1840" dirty="0"/>
          </a:p>
        </p:txBody>
      </p:sp>
      <p:sp>
        <p:nvSpPr>
          <p:cNvPr id="29" name="Shape 26"/>
          <p:cNvSpPr/>
          <p:nvPr/>
        </p:nvSpPr>
        <p:spPr>
          <a:xfrm>
            <a:off x="6190488" y="4608576"/>
            <a:ext cx="0" cy="960120"/>
          </a:xfrm>
          <a:prstGeom prst="line">
            <a:avLst/>
          </a:prstGeom>
          <a:noFill/>
          <a:ln w="12700">
            <a:solidFill>
              <a:srgbClr val="E4DBF2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E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8060CD"/>
          </a:solidFill>
          <a:ln w="6350">
            <a:solidFill>
              <a:srgbClr val="8060C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" y="950976"/>
            <a:ext cx="10972800" cy="0"/>
          </a:xfrm>
          <a:prstGeom prst="line">
            <a:avLst/>
          </a:prstGeom>
          <a:noFill/>
          <a:ln w="11430">
            <a:solidFill>
              <a:srgbClr val="E4DB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182880"/>
            <a:ext cx="3886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/ PRACTICE</a:t>
            </a:r>
            <a:endParaRPr lang="en-US" sz="910" dirty="0"/>
          </a:p>
        </p:txBody>
      </p:sp>
      <p:sp>
        <p:nvSpPr>
          <p:cNvPr id="5" name="Text 3"/>
          <p:cNvSpPr/>
          <p:nvPr/>
        </p:nvSpPr>
        <p:spPr>
          <a:xfrm>
            <a:off x="10771632" y="6537960"/>
            <a:ext cx="7863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 / 23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03504" y="6464808"/>
            <a:ext cx="10972800" cy="0"/>
          </a:xfrm>
          <a:prstGeom prst="line">
            <a:avLst/>
          </a:prstGeom>
          <a:noFill/>
          <a:ln w="8255">
            <a:solidFill>
              <a:srgbClr val="E4DB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58016" y="256032"/>
            <a:ext cx="201168" cy="201168"/>
          </a:xfrm>
          <a:prstGeom prst="ellipse">
            <a:avLst/>
          </a:prstGeom>
          <a:solidFill>
            <a:srgbClr val="F07976"/>
          </a:solidFill>
          <a:ln w="6350">
            <a:solidFill>
              <a:srgbClr val="F0797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0" y="484632"/>
            <a:ext cx="109728" cy="109728"/>
          </a:xfrm>
          <a:prstGeom prst="ellipse">
            <a:avLst/>
          </a:prstGeom>
          <a:solidFill>
            <a:srgbClr val="66C6B4"/>
          </a:solidFill>
          <a:ln w="6350">
            <a:solidFill>
              <a:srgbClr val="66C6B4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402336"/>
            <a:ext cx="6537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60" b="1" dirty="0">
                <a:solidFill>
                  <a:srgbClr val="302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{{TITLE_VI}}</a:t>
            </a:r>
            <a:endParaRPr lang="en-US" sz="2660" dirty="0"/>
          </a:p>
        </p:txBody>
      </p:sp>
      <p:sp>
        <p:nvSpPr>
          <p:cNvPr id="11" name="Text 8"/>
          <p:cNvSpPr/>
          <p:nvPr/>
        </p:nvSpPr>
        <p:spPr>
          <a:xfrm>
            <a:off x="7406640" y="457200"/>
            <a:ext cx="4078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{{TITLE_EN}}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722376" y="1362456"/>
            <a:ext cx="10716768" cy="4425696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51560" y="1673352"/>
            <a:ext cx="3703320" cy="283464"/>
          </a:xfrm>
          <a:prstGeom prst="roundRect">
            <a:avLst>
              <a:gd name="adj" fmla="val 38710"/>
            </a:avLst>
          </a:prstGeom>
          <a:solidFill>
            <a:srgbClr val="F6F2FD"/>
          </a:solidFill>
          <a:ln w="12700">
            <a:solidFill>
              <a:srgbClr val="F6F2F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70432" y="1700784"/>
            <a:ext cx="3483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NHIỆM VỤ VỀ NHÀ / TAKE-HOME TASK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088136" y="23225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spc="40" kern="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VIỆT NAM</a:t>
            </a:r>
            <a:endParaRPr lang="en-US" sz="930" dirty="0"/>
          </a:p>
        </p:txBody>
      </p:sp>
      <p:sp>
        <p:nvSpPr>
          <p:cNvPr id="16" name="Text 13"/>
          <p:cNvSpPr/>
          <p:nvPr/>
        </p:nvSpPr>
        <p:spPr>
          <a:xfrm>
            <a:off x="1097280" y="2606040"/>
            <a:ext cx="98023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{{HOMEWORK_VI}}</a:t>
            </a:r>
            <a:endParaRPr lang="en-US" sz="2300" dirty="0"/>
          </a:p>
        </p:txBody>
      </p:sp>
      <p:sp>
        <p:nvSpPr>
          <p:cNvPr id="17" name="Shape 14"/>
          <p:cNvSpPr/>
          <p:nvPr/>
        </p:nvSpPr>
        <p:spPr>
          <a:xfrm>
            <a:off x="1088136" y="3813048"/>
            <a:ext cx="9765792" cy="0"/>
          </a:xfrm>
          <a:prstGeom prst="line">
            <a:avLst/>
          </a:prstGeom>
          <a:noFill/>
          <a:ln w="12700">
            <a:solidFill>
              <a:srgbClr val="E4DBF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88136" y="40507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spc="40" kern="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</a:t>
            </a:r>
            <a:endParaRPr lang="en-US" sz="930" dirty="0"/>
          </a:p>
        </p:txBody>
      </p:sp>
      <p:sp>
        <p:nvSpPr>
          <p:cNvPr id="19" name="Text 16"/>
          <p:cNvSpPr/>
          <p:nvPr/>
        </p:nvSpPr>
        <p:spPr>
          <a:xfrm>
            <a:off x="1097280" y="4370832"/>
            <a:ext cx="9774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{{HOMEWORK_EN}}</a:t>
            </a:r>
            <a:endParaRPr lang="en-US" sz="2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E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33888" y="45720"/>
            <a:ext cx="1554480" cy="1554480"/>
          </a:xfrm>
          <a:prstGeom prst="ellipse">
            <a:avLst/>
          </a:prstGeom>
          <a:solidFill>
            <a:srgbClr val="F07976"/>
          </a:solidFill>
          <a:ln w="6350">
            <a:solidFill>
              <a:srgbClr val="F0797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15016" y="5266944"/>
            <a:ext cx="1499616" cy="1499616"/>
          </a:xfrm>
          <a:prstGeom prst="ellipse">
            <a:avLst/>
          </a:prstGeom>
          <a:solidFill>
            <a:srgbClr val="F6C96D"/>
          </a:solidFill>
          <a:ln w="6350">
            <a:solidFill>
              <a:srgbClr val="F6C96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" y="5239512"/>
            <a:ext cx="1508760" cy="1508760"/>
          </a:xfrm>
          <a:prstGeom prst="ellipse">
            <a:avLst/>
          </a:prstGeom>
          <a:solidFill>
            <a:srgbClr val="66C6B4"/>
          </a:solidFill>
          <a:ln w="6350">
            <a:solidFill>
              <a:srgbClr val="66C6B4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58952" y="685800"/>
            <a:ext cx="10680192" cy="5431536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4DB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88136" y="1078992"/>
            <a:ext cx="3108960" cy="283464"/>
          </a:xfrm>
          <a:prstGeom prst="roundRect">
            <a:avLst>
              <a:gd name="adj" fmla="val 38710"/>
            </a:avLst>
          </a:prstGeom>
          <a:solidFill>
            <a:srgbClr val="F6F2FD"/>
          </a:solidFill>
          <a:ln w="12700">
            <a:solidFill>
              <a:srgbClr val="F6F2F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07008" y="1106424"/>
            <a:ext cx="28895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BILICLASS • LESSON COMPLETE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243584" y="1911096"/>
            <a:ext cx="98298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{{THANKS_VI}}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1243584" y="2926080"/>
            <a:ext cx="98298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8060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{{THANKS_EN}}</a:t>
            </a:r>
            <a:endParaRPr lang="en-US" sz="3300" dirty="0"/>
          </a:p>
        </p:txBody>
      </p:sp>
      <p:sp>
        <p:nvSpPr>
          <p:cNvPr id="11" name="Shape 8"/>
          <p:cNvSpPr/>
          <p:nvPr/>
        </p:nvSpPr>
        <p:spPr>
          <a:xfrm>
            <a:off x="4818888" y="4050792"/>
            <a:ext cx="2578608" cy="0"/>
          </a:xfrm>
          <a:prstGeom prst="line">
            <a:avLst/>
          </a:prstGeom>
          <a:noFill/>
          <a:ln w="34290">
            <a:solidFill>
              <a:srgbClr val="8060C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286000" y="4745736"/>
            <a:ext cx="7635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6E66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{{FOOTER}}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BiliClass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BiliClass | Luyện tập – tương tác</dc:title>
  <dc:subject>Reusable universal educational layouts</dc:subject>
  <dc:creator>BiliClass</dc:creator>
  <cp:lastModifiedBy>BiliClass</cp:lastModifiedBy>
  <cp:revision>1</cp:revision>
  <dcterms:created xsi:type="dcterms:W3CDTF">2026-10-16T02:41:25Z</dcterms:created>
  <dcterms:modified xsi:type="dcterms:W3CDTF">2026-10-16T02:41:25Z</dcterms:modified>
</cp:coreProperties>
</file>